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sldIdLst>
    <p:sldId id="256" r:id="rId2"/>
    <p:sldId id="261" r:id="rId3"/>
    <p:sldId id="282" r:id="rId4"/>
    <p:sldId id="279" r:id="rId5"/>
    <p:sldId id="283" r:id="rId6"/>
    <p:sldId id="682" r:id="rId7"/>
    <p:sldId id="683" r:id="rId8"/>
    <p:sldId id="281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75B944-9522-41F7-BB28-B528C24D3714}">
          <p14:sldIdLst>
            <p14:sldId id="256"/>
            <p14:sldId id="261"/>
            <p14:sldId id="282"/>
            <p14:sldId id="279"/>
            <p14:sldId id="283"/>
            <p14:sldId id="682"/>
            <p14:sldId id="683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AD Romeo" userId="f3f13640-bd73-464d-992c-73ee9a67dca3" providerId="ADAL" clId="{D8089097-3CC2-4DB3-AF04-441449357EDA}"/>
    <pc:docChg chg="undo custSel modSld">
      <pc:chgData name="SAAD Romeo" userId="f3f13640-bd73-464d-992c-73ee9a67dca3" providerId="ADAL" clId="{D8089097-3CC2-4DB3-AF04-441449357EDA}" dt="2024-06-18T12:48:29.845" v="5" actId="20577"/>
      <pc:docMkLst>
        <pc:docMk/>
      </pc:docMkLst>
      <pc:sldChg chg="modSp mod">
        <pc:chgData name="SAAD Romeo" userId="f3f13640-bd73-464d-992c-73ee9a67dca3" providerId="ADAL" clId="{D8089097-3CC2-4DB3-AF04-441449357EDA}" dt="2024-06-18T12:48:29.845" v="5" actId="20577"/>
        <pc:sldMkLst>
          <pc:docMk/>
          <pc:sldMk cId="1097467701" sldId="256"/>
        </pc:sldMkLst>
      </pc:sldChg>
    </pc:docChg>
  </pc:docChgLst>
  <pc:docChgLst>
    <pc:chgData name="EL ALAM Guitta" userId="61b066b2-bb1d-4893-9933-338c0c4d1f8a" providerId="ADAL" clId="{AFF9D2A5-C42F-44A5-A197-0FDA17DE0EA3}"/>
    <pc:docChg chg="modSld">
      <pc:chgData name="EL ALAM Guitta" userId="61b066b2-bb1d-4893-9933-338c0c4d1f8a" providerId="ADAL" clId="{AFF9D2A5-C42F-44A5-A197-0FDA17DE0EA3}" dt="2025-09-19T06:16:54.390" v="0" actId="20577"/>
      <pc:docMkLst>
        <pc:docMk/>
      </pc:docMkLst>
      <pc:sldChg chg="modSp mod">
        <pc:chgData name="EL ALAM Guitta" userId="61b066b2-bb1d-4893-9933-338c0c4d1f8a" providerId="ADAL" clId="{AFF9D2A5-C42F-44A5-A197-0FDA17DE0EA3}" dt="2025-09-19T06:16:54.390" v="0" actId="20577"/>
        <pc:sldMkLst>
          <pc:docMk/>
          <pc:sldMk cId="1097467701" sldId="256"/>
        </pc:sldMkLst>
      </pc:sldChg>
    </pc:docChg>
  </pc:docChgLst>
  <pc:docChgLst>
    <pc:chgData name="SAAD Romeo" userId="f3f13640-bd73-464d-992c-73ee9a67dca3" providerId="ADAL" clId="{99FA1B8A-C38C-443F-B8C2-D29C165EC0AF}"/>
    <pc:docChg chg="undo custSel addSld delSld modSld sldOrd modSection">
      <pc:chgData name="SAAD Romeo" userId="f3f13640-bd73-464d-992c-73ee9a67dca3" providerId="ADAL" clId="{99FA1B8A-C38C-443F-B8C2-D29C165EC0AF}" dt="2023-01-26T12:25:12.171" v="258" actId="20577"/>
      <pc:docMkLst>
        <pc:docMk/>
      </pc:docMkLst>
      <pc:sldChg chg="modSp mod">
        <pc:chgData name="SAAD Romeo" userId="f3f13640-bd73-464d-992c-73ee9a67dca3" providerId="ADAL" clId="{99FA1B8A-C38C-443F-B8C2-D29C165EC0AF}" dt="2023-01-26T12:16:02.905" v="2" actId="20577"/>
        <pc:sldMkLst>
          <pc:docMk/>
          <pc:sldMk cId="1097467701" sldId="256"/>
        </pc:sldMkLst>
      </pc:sldChg>
      <pc:sldChg chg="del">
        <pc:chgData name="SAAD Romeo" userId="f3f13640-bd73-464d-992c-73ee9a67dca3" providerId="ADAL" clId="{99FA1B8A-C38C-443F-B8C2-D29C165EC0AF}" dt="2023-01-26T12:18:49.455" v="89" actId="47"/>
        <pc:sldMkLst>
          <pc:docMk/>
          <pc:sldMk cId="2386021858" sldId="258"/>
        </pc:sldMkLst>
      </pc:sldChg>
      <pc:sldChg chg="addSp delSp modSp mod">
        <pc:chgData name="SAAD Romeo" userId="f3f13640-bd73-464d-992c-73ee9a67dca3" providerId="ADAL" clId="{99FA1B8A-C38C-443F-B8C2-D29C165EC0AF}" dt="2023-01-26T12:18:01.115" v="82" actId="1076"/>
        <pc:sldMkLst>
          <pc:docMk/>
          <pc:sldMk cId="3999623867" sldId="261"/>
        </pc:sldMkLst>
      </pc:sldChg>
      <pc:sldChg chg="del">
        <pc:chgData name="SAAD Romeo" userId="f3f13640-bd73-464d-992c-73ee9a67dca3" providerId="ADAL" clId="{99FA1B8A-C38C-443F-B8C2-D29C165EC0AF}" dt="2023-01-26T12:18:06.825" v="84" actId="47"/>
        <pc:sldMkLst>
          <pc:docMk/>
          <pc:sldMk cId="3498544321" sldId="271"/>
        </pc:sldMkLst>
      </pc:sldChg>
      <pc:sldChg chg="del">
        <pc:chgData name="SAAD Romeo" userId="f3f13640-bd73-464d-992c-73ee9a67dca3" providerId="ADAL" clId="{99FA1B8A-C38C-443F-B8C2-D29C165EC0AF}" dt="2023-01-26T12:18:49.684" v="90" actId="47"/>
        <pc:sldMkLst>
          <pc:docMk/>
          <pc:sldMk cId="3007796718" sldId="274"/>
        </pc:sldMkLst>
      </pc:sldChg>
      <pc:sldChg chg="del">
        <pc:chgData name="SAAD Romeo" userId="f3f13640-bd73-464d-992c-73ee9a67dca3" providerId="ADAL" clId="{99FA1B8A-C38C-443F-B8C2-D29C165EC0AF}" dt="2023-01-26T12:18:50.128" v="92" actId="47"/>
        <pc:sldMkLst>
          <pc:docMk/>
          <pc:sldMk cId="2963073047" sldId="276"/>
        </pc:sldMkLst>
      </pc:sldChg>
      <pc:sldChg chg="del">
        <pc:chgData name="SAAD Romeo" userId="f3f13640-bd73-464d-992c-73ee9a67dca3" providerId="ADAL" clId="{99FA1B8A-C38C-443F-B8C2-D29C165EC0AF}" dt="2023-01-26T12:18:50.573" v="93" actId="47"/>
        <pc:sldMkLst>
          <pc:docMk/>
          <pc:sldMk cId="3515681006" sldId="277"/>
        </pc:sldMkLst>
      </pc:sldChg>
      <pc:sldChg chg="addSp delSp modSp mod delAnim">
        <pc:chgData name="SAAD Romeo" userId="f3f13640-bd73-464d-992c-73ee9a67dca3" providerId="ADAL" clId="{99FA1B8A-C38C-443F-B8C2-D29C165EC0AF}" dt="2023-01-26T12:25:12.171" v="258" actId="20577"/>
        <pc:sldMkLst>
          <pc:docMk/>
          <pc:sldMk cId="245976579" sldId="279"/>
        </pc:sldMkLst>
      </pc:sldChg>
      <pc:sldChg chg="del">
        <pc:chgData name="SAAD Romeo" userId="f3f13640-bd73-464d-992c-73ee9a67dca3" providerId="ADAL" clId="{99FA1B8A-C38C-443F-B8C2-D29C165EC0AF}" dt="2023-01-26T12:23:06.411" v="192" actId="47"/>
        <pc:sldMkLst>
          <pc:docMk/>
          <pc:sldMk cId="2633615439" sldId="280"/>
        </pc:sldMkLst>
      </pc:sldChg>
      <pc:sldChg chg="modSp add mod ord">
        <pc:chgData name="SAAD Romeo" userId="f3f13640-bd73-464d-992c-73ee9a67dca3" providerId="ADAL" clId="{99FA1B8A-C38C-443F-B8C2-D29C165EC0AF}" dt="2023-01-26T12:25:05.039" v="255" actId="20577"/>
        <pc:sldMkLst>
          <pc:docMk/>
          <pc:sldMk cId="821169722" sldId="282"/>
        </pc:sldMkLst>
      </pc:sldChg>
      <pc:sldChg chg="del">
        <pc:chgData name="SAAD Romeo" userId="f3f13640-bd73-464d-992c-73ee9a67dca3" providerId="ADAL" clId="{99FA1B8A-C38C-443F-B8C2-D29C165EC0AF}" dt="2023-01-26T12:18:05.655" v="83" actId="47"/>
        <pc:sldMkLst>
          <pc:docMk/>
          <pc:sldMk cId="980486866" sldId="282"/>
        </pc:sldMkLst>
      </pc:sldChg>
      <pc:sldChg chg="new del">
        <pc:chgData name="SAAD Romeo" userId="f3f13640-bd73-464d-992c-73ee9a67dca3" providerId="ADAL" clId="{99FA1B8A-C38C-443F-B8C2-D29C165EC0AF}" dt="2023-01-26T12:20:10.238" v="125" actId="47"/>
        <pc:sldMkLst>
          <pc:docMk/>
          <pc:sldMk cId="3883236855" sldId="282"/>
        </pc:sldMkLst>
      </pc:sldChg>
      <pc:sldChg chg="addSp delSp modSp add mod">
        <pc:chgData name="SAAD Romeo" userId="f3f13640-bd73-464d-992c-73ee9a67dca3" providerId="ADAL" clId="{99FA1B8A-C38C-443F-B8C2-D29C165EC0AF}" dt="2023-01-26T12:24:18.423" v="247" actId="20577"/>
        <pc:sldMkLst>
          <pc:docMk/>
          <pc:sldMk cId="2820317068" sldId="283"/>
        </pc:sldMkLst>
      </pc:sldChg>
      <pc:sldChg chg="del">
        <pc:chgData name="SAAD Romeo" userId="f3f13640-bd73-464d-992c-73ee9a67dca3" providerId="ADAL" clId="{99FA1B8A-C38C-443F-B8C2-D29C165EC0AF}" dt="2023-01-26T12:18:51.632" v="95" actId="47"/>
        <pc:sldMkLst>
          <pc:docMk/>
          <pc:sldMk cId="2957691360" sldId="283"/>
        </pc:sldMkLst>
      </pc:sldChg>
      <pc:sldChg chg="del">
        <pc:chgData name="SAAD Romeo" userId="f3f13640-bd73-464d-992c-73ee9a67dca3" providerId="ADAL" clId="{99FA1B8A-C38C-443F-B8C2-D29C165EC0AF}" dt="2023-01-26T12:18:09.296" v="87" actId="47"/>
        <pc:sldMkLst>
          <pc:docMk/>
          <pc:sldMk cId="1049855008" sldId="284"/>
        </pc:sldMkLst>
      </pc:sldChg>
      <pc:sldChg chg="del">
        <pc:chgData name="SAAD Romeo" userId="f3f13640-bd73-464d-992c-73ee9a67dca3" providerId="ADAL" clId="{99FA1B8A-C38C-443F-B8C2-D29C165EC0AF}" dt="2023-01-26T12:18:49.923" v="91" actId="47"/>
        <pc:sldMkLst>
          <pc:docMk/>
          <pc:sldMk cId="3731498328" sldId="285"/>
        </pc:sldMkLst>
      </pc:sldChg>
      <pc:sldChg chg="del">
        <pc:chgData name="SAAD Romeo" userId="f3f13640-bd73-464d-992c-73ee9a67dca3" providerId="ADAL" clId="{99FA1B8A-C38C-443F-B8C2-D29C165EC0AF}" dt="2023-01-26T12:18:51.125" v="94" actId="47"/>
        <pc:sldMkLst>
          <pc:docMk/>
          <pc:sldMk cId="1109083231" sldId="286"/>
        </pc:sldMkLst>
      </pc:sldChg>
      <pc:sldChg chg="del">
        <pc:chgData name="SAAD Romeo" userId="f3f13640-bd73-464d-992c-73ee9a67dca3" providerId="ADAL" clId="{99FA1B8A-C38C-443F-B8C2-D29C165EC0AF}" dt="2023-01-26T12:18:08.279" v="86" actId="47"/>
        <pc:sldMkLst>
          <pc:docMk/>
          <pc:sldMk cId="1852023342" sldId="464"/>
        </pc:sldMkLst>
      </pc:sldChg>
      <pc:sldChg chg="del">
        <pc:chgData name="SAAD Romeo" userId="f3f13640-bd73-464d-992c-73ee9a67dca3" providerId="ADAL" clId="{99FA1B8A-C38C-443F-B8C2-D29C165EC0AF}" dt="2023-01-26T12:18:07.293" v="85" actId="47"/>
        <pc:sldMkLst>
          <pc:docMk/>
          <pc:sldMk cId="220436" sldId="465"/>
        </pc:sldMkLst>
      </pc:sldChg>
      <pc:sldChg chg="modSp add del mod">
        <pc:chgData name="SAAD Romeo" userId="f3f13640-bd73-464d-992c-73ee9a67dca3" providerId="ADAL" clId="{99FA1B8A-C38C-443F-B8C2-D29C165EC0AF}" dt="2023-01-26T12:22:34.325" v="180" actId="47"/>
        <pc:sldMkLst>
          <pc:docMk/>
          <pc:sldMk cId="3977112258" sldId="680"/>
        </pc:sldMkLst>
      </pc:sldChg>
      <pc:sldChg chg="modSp add del mod">
        <pc:chgData name="SAAD Romeo" userId="f3f13640-bd73-464d-992c-73ee9a67dca3" providerId="ADAL" clId="{99FA1B8A-C38C-443F-B8C2-D29C165EC0AF}" dt="2023-01-26T12:23:05.108" v="191" actId="47"/>
        <pc:sldMkLst>
          <pc:docMk/>
          <pc:sldMk cId="1661310441" sldId="681"/>
        </pc:sldMkLst>
      </pc:sldChg>
      <pc:sldChg chg="modSp add mod">
        <pc:chgData name="SAAD Romeo" userId="f3f13640-bd73-464d-992c-73ee9a67dca3" providerId="ADAL" clId="{99FA1B8A-C38C-443F-B8C2-D29C165EC0AF}" dt="2023-01-26T12:24:38.604" v="250" actId="20577"/>
        <pc:sldMkLst>
          <pc:docMk/>
          <pc:sldMk cId="3918935223" sldId="682"/>
        </pc:sldMkLst>
      </pc:sldChg>
      <pc:sldChg chg="addSp modSp add mod ord">
        <pc:chgData name="SAAD Romeo" userId="f3f13640-bd73-464d-992c-73ee9a67dca3" providerId="ADAL" clId="{99FA1B8A-C38C-443F-B8C2-D29C165EC0AF}" dt="2023-01-26T12:24:48.746" v="251" actId="1076"/>
        <pc:sldMkLst>
          <pc:docMk/>
          <pc:sldMk cId="3451463196" sldId="683"/>
        </pc:sldMkLst>
      </pc:sldChg>
      <pc:sldMasterChg chg="delSldLayout">
        <pc:chgData name="SAAD Romeo" userId="f3f13640-bd73-464d-992c-73ee9a67dca3" providerId="ADAL" clId="{99FA1B8A-C38C-443F-B8C2-D29C165EC0AF}" dt="2023-01-26T12:23:05.108" v="191" actId="47"/>
        <pc:sldMasterMkLst>
          <pc:docMk/>
          <pc:sldMasterMk cId="4149293334" sldId="2147483741"/>
        </pc:sldMasterMkLst>
        <pc:sldLayoutChg chg="del">
          <pc:chgData name="SAAD Romeo" userId="f3f13640-bd73-464d-992c-73ee9a67dca3" providerId="ADAL" clId="{99FA1B8A-C38C-443F-B8C2-D29C165EC0AF}" dt="2023-01-26T12:22:34.325" v="180" actId="47"/>
          <pc:sldLayoutMkLst>
            <pc:docMk/>
            <pc:sldMasterMk cId="4149293334" sldId="2147483741"/>
            <pc:sldLayoutMk cId="2193717366" sldId="2147483777"/>
          </pc:sldLayoutMkLst>
        </pc:sldLayoutChg>
        <pc:sldLayoutChg chg="del">
          <pc:chgData name="SAAD Romeo" userId="f3f13640-bd73-464d-992c-73ee9a67dca3" providerId="ADAL" clId="{99FA1B8A-C38C-443F-B8C2-D29C165EC0AF}" dt="2023-01-26T12:23:05.108" v="191" actId="47"/>
          <pc:sldLayoutMkLst>
            <pc:docMk/>
            <pc:sldMasterMk cId="4149293334" sldId="2147483741"/>
            <pc:sldLayoutMk cId="162867826" sldId="2147483778"/>
          </pc:sldLayoutMkLst>
        </pc:sldLayoutChg>
        <pc:sldLayoutChg chg="del">
          <pc:chgData name="SAAD Romeo" userId="f3f13640-bd73-464d-992c-73ee9a67dca3" providerId="ADAL" clId="{99FA1B8A-C38C-443F-B8C2-D29C165EC0AF}" dt="2023-01-26T12:18:06.825" v="84" actId="47"/>
          <pc:sldLayoutMkLst>
            <pc:docMk/>
            <pc:sldMasterMk cId="4149293334" sldId="2147483741"/>
            <pc:sldLayoutMk cId="2792564605" sldId="2147483778"/>
          </pc:sldLayoutMkLst>
        </pc:sldLayoutChg>
        <pc:sldLayoutChg chg="del">
          <pc:chgData name="SAAD Romeo" userId="f3f13640-bd73-464d-992c-73ee9a67dca3" providerId="ADAL" clId="{99FA1B8A-C38C-443F-B8C2-D29C165EC0AF}" dt="2023-01-26T12:18:08.279" v="86" actId="47"/>
          <pc:sldLayoutMkLst>
            <pc:docMk/>
            <pc:sldMasterMk cId="4149293334" sldId="2147483741"/>
            <pc:sldLayoutMk cId="3962028408" sldId="2147483779"/>
          </pc:sldLayoutMkLst>
        </pc:sldLayoutChg>
      </pc:sldMasterChg>
    </pc:docChg>
  </pc:docChgLst>
  <pc:docChgLst>
    <pc:chgData name="AKIKI Simon" userId="55074424-14af-47ad-a95a-193da5dd3cad" providerId="ADAL" clId="{55B501FA-DAFF-452C-B9C0-85D894056F82}"/>
    <pc:docChg chg="modSld">
      <pc:chgData name="AKIKI Simon" userId="55074424-14af-47ad-a95a-193da5dd3cad" providerId="ADAL" clId="{55B501FA-DAFF-452C-B9C0-85D894056F82}" dt="2023-08-30T14:35:32.993" v="4" actId="20577"/>
      <pc:docMkLst>
        <pc:docMk/>
      </pc:docMkLst>
      <pc:sldChg chg="modSp mod">
        <pc:chgData name="AKIKI Simon" userId="55074424-14af-47ad-a95a-193da5dd3cad" providerId="ADAL" clId="{55B501FA-DAFF-452C-B9C0-85D894056F82}" dt="2023-08-30T14:35:32.993" v="4" actId="20577"/>
        <pc:sldMkLst>
          <pc:docMk/>
          <pc:sldMk cId="1097467701" sldId="256"/>
        </pc:sldMkLst>
      </pc:sldChg>
    </pc:docChg>
  </pc:docChgLst>
  <pc:docChgLst>
    <pc:chgData name="SAAD Romeo" userId="f3f13640-bd73-464d-992c-73ee9a67dca3" providerId="ADAL" clId="{E89D8651-3A30-44D7-9FA1-649948E026FA}"/>
    <pc:docChg chg="undo custSel modSld">
      <pc:chgData name="SAAD Romeo" userId="f3f13640-bd73-464d-992c-73ee9a67dca3" providerId="ADAL" clId="{E89D8651-3A30-44D7-9FA1-649948E026FA}" dt="2023-01-05T14:28:40.960" v="254" actId="108"/>
      <pc:docMkLst>
        <pc:docMk/>
      </pc:docMkLst>
      <pc:sldChg chg="modSp mod">
        <pc:chgData name="SAAD Romeo" userId="f3f13640-bd73-464d-992c-73ee9a67dca3" providerId="ADAL" clId="{E89D8651-3A30-44D7-9FA1-649948E026FA}" dt="2023-01-05T14:27:39.130" v="168" actId="20577"/>
        <pc:sldMkLst>
          <pc:docMk/>
          <pc:sldMk cId="1097467701" sldId="256"/>
        </pc:sldMkLst>
      </pc:sldChg>
      <pc:sldChg chg="modSp modAnim">
        <pc:chgData name="SAAD Romeo" userId="f3f13640-bd73-464d-992c-73ee9a67dca3" providerId="ADAL" clId="{E89D8651-3A30-44D7-9FA1-649948E026FA}" dt="2023-01-05T14:27:15.800" v="120"/>
        <pc:sldMkLst>
          <pc:docMk/>
          <pc:sldMk cId="2386021858" sldId="258"/>
        </pc:sldMkLst>
      </pc:sldChg>
      <pc:sldChg chg="modSp mod">
        <pc:chgData name="SAAD Romeo" userId="f3f13640-bd73-464d-992c-73ee9a67dca3" providerId="ADAL" clId="{E89D8651-3A30-44D7-9FA1-649948E026FA}" dt="2023-01-05T14:28:40.960" v="254" actId="108"/>
        <pc:sldMkLst>
          <pc:docMk/>
          <pc:sldMk cId="3999623867" sldId="261"/>
        </pc:sldMkLst>
      </pc:sldChg>
      <pc:sldChg chg="modSp mod modAnim">
        <pc:chgData name="SAAD Romeo" userId="f3f13640-bd73-464d-992c-73ee9a67dca3" providerId="ADAL" clId="{E89D8651-3A30-44D7-9FA1-649948E026FA}" dt="2023-01-05T14:27:17.592" v="137" actId="20577"/>
        <pc:sldMkLst>
          <pc:docMk/>
          <pc:sldMk cId="3498544321" sldId="271"/>
        </pc:sldMkLst>
      </pc:sldChg>
      <pc:sldChg chg="modSp mod">
        <pc:chgData name="SAAD Romeo" userId="f3f13640-bd73-464d-992c-73ee9a67dca3" providerId="ADAL" clId="{E89D8651-3A30-44D7-9FA1-649948E026FA}" dt="2023-01-05T14:25:05.882" v="28" actId="20577"/>
        <pc:sldMkLst>
          <pc:docMk/>
          <pc:sldMk cId="980486866" sldId="282"/>
        </pc:sldMkLst>
      </pc:sldChg>
      <pc:sldChg chg="modSp mod">
        <pc:chgData name="SAAD Romeo" userId="f3f13640-bd73-464d-992c-73ee9a67dca3" providerId="ADAL" clId="{E89D8651-3A30-44D7-9FA1-649948E026FA}" dt="2023-01-05T14:27:16.371" v="123" actId="20577"/>
        <pc:sldMkLst>
          <pc:docMk/>
          <pc:sldMk cId="1049855008" sldId="284"/>
        </pc:sldMkLst>
      </pc:sldChg>
      <pc:sldChg chg="modSp mod">
        <pc:chgData name="SAAD Romeo" userId="f3f13640-bd73-464d-992c-73ee9a67dca3" providerId="ADAL" clId="{E89D8651-3A30-44D7-9FA1-649948E026FA}" dt="2023-01-05T14:27:16.540" v="124" actId="20577"/>
        <pc:sldMkLst>
          <pc:docMk/>
          <pc:sldMk cId="1852023342" sldId="464"/>
        </pc:sldMkLst>
      </pc:sldChg>
      <pc:sldChg chg="modSp mod">
        <pc:chgData name="SAAD Romeo" userId="f3f13640-bd73-464d-992c-73ee9a67dca3" providerId="ADAL" clId="{E89D8651-3A30-44D7-9FA1-649948E026FA}" dt="2023-01-05T14:27:17.352" v="131" actId="20577"/>
        <pc:sldMkLst>
          <pc:docMk/>
          <pc:sldMk cId="220436" sldId="465"/>
        </pc:sldMkLst>
      </pc:sldChg>
    </pc:docChg>
  </pc:docChgLst>
  <pc:docChgLst>
    <pc:chgData name="SAAD Romeo" userId="f3f13640-bd73-464d-992c-73ee9a67dca3" providerId="ADAL" clId="{E6CB4FC7-C14E-4996-AE6C-AC3DD72EFC5A}"/>
    <pc:docChg chg="modSld">
      <pc:chgData name="SAAD Romeo" userId="f3f13640-bd73-464d-992c-73ee9a67dca3" providerId="ADAL" clId="{E6CB4FC7-C14E-4996-AE6C-AC3DD72EFC5A}" dt="2025-10-24T07:18:25.899" v="5" actId="20577"/>
      <pc:docMkLst>
        <pc:docMk/>
      </pc:docMkLst>
      <pc:sldChg chg="modSp mod">
        <pc:chgData name="SAAD Romeo" userId="f3f13640-bd73-464d-992c-73ee9a67dca3" providerId="ADAL" clId="{E6CB4FC7-C14E-4996-AE6C-AC3DD72EFC5A}" dt="2025-10-24T07:18:25.899" v="5" actId="20577"/>
        <pc:sldMkLst>
          <pc:docMk/>
          <pc:sldMk cId="1097467701" sldId="256"/>
        </pc:sldMkLst>
        <pc:spChg chg="mod">
          <ac:chgData name="SAAD Romeo" userId="f3f13640-bd73-464d-992c-73ee9a67dca3" providerId="ADAL" clId="{E6CB4FC7-C14E-4996-AE6C-AC3DD72EFC5A}" dt="2025-10-24T07:18:25.899" v="5" actId="20577"/>
          <ac:spMkLst>
            <pc:docMk/>
            <pc:sldMk cId="1097467701" sldId="256"/>
            <ac:spMk id="3" creationId="{C2884919-D585-E883-AF13-A4F8C14BC6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présentati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rc plein 8">
            <a:extLst>
              <a:ext uri="{FF2B5EF4-FFF2-40B4-BE49-F238E27FC236}">
                <a16:creationId xmlns:a16="http://schemas.microsoft.com/office/drawing/2014/main" id="{62783FBA-6EB8-A64A-878F-7FB61EAD6912}"/>
              </a:ext>
            </a:extLst>
          </p:cNvPr>
          <p:cNvSpPr/>
          <p:nvPr/>
        </p:nvSpPr>
        <p:spPr>
          <a:xfrm>
            <a:off x="9684129" y="4145973"/>
            <a:ext cx="4601604" cy="4946073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0" name="Image 9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03D23886-5718-5F4A-827B-EC9C258A6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97" y="326399"/>
            <a:ext cx="1992439" cy="489595"/>
          </a:xfrm>
          <a:prstGeom prst="rect">
            <a:avLst/>
          </a:prstGeom>
        </p:spPr>
      </p:pic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632FC6D0-F609-5C4E-BBB7-723525D589C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9697" y="2987679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F846CE1F-9245-A243-891D-4E56C7E4210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9697" y="3603619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la présentation</a:t>
            </a:r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07FD3C50-B14F-1F43-9248-BB998400196D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809698" y="5850938"/>
            <a:ext cx="1129400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JJ.MM.AA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C4945F58-5FFF-E688-E9D2-F3EDF56BADC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9697" y="4713233"/>
            <a:ext cx="8193072" cy="9834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ts val="5600"/>
              </a:lnSpc>
              <a:buNone/>
              <a:defRPr sz="40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75185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ition part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9F6DC611-F5D2-9749-846D-F1CB095F12C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5388429" y="2037811"/>
            <a:ext cx="1591491" cy="93032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80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A181C724-46AD-F942-9C25-83E6078240A8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5685588" y="3702922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141C18C1-BD19-3845-B2EA-9B506864608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13296" y="2334471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Première partie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42B63F4C-857C-534F-82B5-248768B33A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413296" y="3633127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Deuxième partie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407C8F4F-5185-654C-903A-6D942437904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685588" y="4464922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03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9477B6A-2BA4-4446-A5A9-0D1A29DA68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13296" y="4395127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Troisième partie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005A5698-D858-FA42-912A-5FA682F4241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5685588" y="5227931"/>
            <a:ext cx="763331" cy="2700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04</a:t>
            </a:r>
          </a:p>
        </p:txBody>
      </p:sp>
      <p:sp>
        <p:nvSpPr>
          <p:cNvPr id="36" name="Espace réservé du texte 2">
            <a:extLst>
              <a:ext uri="{FF2B5EF4-FFF2-40B4-BE49-F238E27FC236}">
                <a16:creationId xmlns:a16="http://schemas.microsoft.com/office/drawing/2014/main" id="{CB8A7CBC-2F79-5D4E-A918-CA2AF98ADA0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6413296" y="5158136"/>
            <a:ext cx="4591359" cy="3707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20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Quatrième partie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47FDEC3-0830-CE6E-CAF0-3E5C3A8FC4B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847" y="1953175"/>
            <a:ext cx="4150126" cy="293601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3896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part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31572EB6-A57D-434D-9D84-947B3DFBC7F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04368" y="4961811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0"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8A1C65D-B1C9-AC48-8854-51CB1179A3F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1804368" y="5577751"/>
            <a:ext cx="8193072" cy="983404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5600"/>
              </a:lnSpc>
              <a:buNone/>
              <a:defRPr sz="5400" b="0" i="1"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partie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DFD17988-CB72-8340-861A-9FF0BB012F8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873343" y="5349266"/>
            <a:ext cx="1839146" cy="13486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r">
              <a:lnSpc>
                <a:spcPts val="5600"/>
              </a:lnSpc>
              <a:buNone/>
              <a:defRPr sz="96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7" name="Arc plein 6">
            <a:extLst>
              <a:ext uri="{FF2B5EF4-FFF2-40B4-BE49-F238E27FC236}">
                <a16:creationId xmlns:a16="http://schemas.microsoft.com/office/drawing/2014/main" id="{54ADE0D2-2CC4-628B-B1F1-408CC0036DCC}"/>
              </a:ext>
            </a:extLst>
          </p:cNvPr>
          <p:cNvSpPr/>
          <p:nvPr/>
        </p:nvSpPr>
        <p:spPr>
          <a:xfrm>
            <a:off x="751048" y="5577751"/>
            <a:ext cx="1408664" cy="1514115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320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ontenu bas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space réservé du texte 3">
            <a:extLst>
              <a:ext uri="{FF2B5EF4-FFF2-40B4-BE49-F238E27FC236}">
                <a16:creationId xmlns:a16="http://schemas.microsoft.com/office/drawing/2014/main" id="{BD81A3EA-310C-154D-ADF4-DF6A3270795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25881" y="1367045"/>
            <a:ext cx="11140239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 dirty="0"/>
              <a:t>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A7812E76-4780-AF05-089B-15DF41B9403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893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anc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39659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re + bi-contenu blanc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787851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anc/ble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5BB9FE-3FC5-98DE-97B4-5CEB0EE3D0DD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contenu 3">
            <a:extLst>
              <a:ext uri="{FF2B5EF4-FFF2-40B4-BE49-F238E27FC236}">
                <a16:creationId xmlns:a16="http://schemas.microsoft.com/office/drawing/2014/main" id="{2D1FCB17-491E-C739-4356-235C5A3E244B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25881" y="1367045"/>
            <a:ext cx="5168337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199F1AA6-EF3F-47EA-2456-DBAF64AA38B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0E357BFD-1CAA-D131-8180-F5731D4A932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8651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eu/ble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75FCB331-618C-A227-02FE-0CFF79FAAEE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2588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199F1AA6-EF3F-47EA-2456-DBAF64AA38B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0E357BFD-1CAA-D131-8180-F5731D4A932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72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re + bi-contenu bleu/blan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889545-A5D3-D4D3-5089-AAA365A3069E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0A328BB-920A-5645-8FF2-E2144BD666DB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25881" y="1367045"/>
            <a:ext cx="5173878" cy="4991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24E62FA9-5649-D6A5-52C2-716D6829A041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6492241" y="1367045"/>
            <a:ext cx="5173878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CB5EE6-FD4E-CC99-2F02-37C49D6F72A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CC1D16B4-DFA5-2AB5-8AB0-F99A09F2E17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95897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u + 1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F3BE0C11-68C9-5FCE-B2D2-DFDD2258A79E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7869720" y="1887285"/>
            <a:ext cx="4064400" cy="3083429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645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F20AE8A3-BABD-064D-C76D-B11F3876992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25ADE28C-99D1-3D37-905D-773314FBA63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5926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u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76E19F-AC1F-225E-2541-2B8FDC4D4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17536" y="121443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DB82513F-3F6B-E708-B541-AA3693458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17536" y="416317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6346633-0FF3-52D3-7E95-511CA53473B9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EF194338-BABA-8689-8733-32F96A3CA0C3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7829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ontenu + 2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C078325B-066D-F340-221D-CFD9C2D922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5199" y="1214438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D0D9EE3-EC8C-860D-56AD-49F937B9A7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75199" y="3013637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CE6653DE-20E9-2D80-C3B3-14FA1EFB986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75199" y="4812836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B55C9B8-2587-4B2B-1A2F-AAD23EDC16D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BDC289C-28DE-4960-625A-7171DACC2D5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60711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u + 1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358C43-947D-DC1E-49E9-D4A6C1BBA728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F3BE0C11-68C9-5FCE-B2D2-DFDD2258A79E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8128800" y="1887285"/>
            <a:ext cx="4064400" cy="3083429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645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AB616B8-D8DA-7824-90F9-E809726FA1EA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98BE598D-4093-ECFF-1DAA-B00FC5BCD07D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0927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u +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525C6F-E382-D703-B9AD-A699EA310D2B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376E19F-AC1F-225E-2541-2B8FDC4D4BD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17536" y="121443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DB82513F-3F6B-E708-B541-AA369345894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717536" y="4163178"/>
            <a:ext cx="2886929" cy="2042360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B56A64B-BC32-209F-A996-39A8955C687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0A2DA191-6E66-B74E-12DD-A2F7099159D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1198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ntenu + 2 imag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271F92-009B-2ACD-2C46-36646C4F8F34}"/>
              </a:ext>
            </a:extLst>
          </p:cNvPr>
          <p:cNvSpPr/>
          <p:nvPr/>
        </p:nvSpPr>
        <p:spPr>
          <a:xfrm>
            <a:off x="0" y="0"/>
            <a:ext cx="81288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06FEF8-E905-DEAC-BE82-BF987F625B9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27942" y="1214438"/>
            <a:ext cx="7020000" cy="49911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C078325B-066D-F340-221D-CFD9C2D9228B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5199" y="1214438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5D0D9EE3-EC8C-860D-56AD-49F937B9A76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175199" y="3013637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CE6653DE-20E9-2D80-C3B3-14FA1EFB986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75199" y="4812836"/>
            <a:ext cx="1971602" cy="139270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7B96D32-675B-11FD-5AE1-0637661C933D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8962F623-7040-0E81-41D2-F371116AB2A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008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 + / -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5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Parallélogramme 4">
            <a:extLst>
              <a:ext uri="{FF2B5EF4-FFF2-40B4-BE49-F238E27FC236}">
                <a16:creationId xmlns:a16="http://schemas.microsoft.com/office/drawing/2014/main" id="{0C1F6182-0AB4-8C43-A0F9-054C0AA932C0}"/>
              </a:ext>
            </a:extLst>
          </p:cNvPr>
          <p:cNvSpPr/>
          <p:nvPr/>
        </p:nvSpPr>
        <p:spPr>
          <a:xfrm>
            <a:off x="0" y="1631564"/>
            <a:ext cx="1119225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7" name="Parallélogramme 4">
            <a:extLst>
              <a:ext uri="{FF2B5EF4-FFF2-40B4-BE49-F238E27FC236}">
                <a16:creationId xmlns:a16="http://schemas.microsoft.com/office/drawing/2014/main" id="{07CD3704-F928-E04A-BC4A-64C4F09567CE}"/>
              </a:ext>
            </a:extLst>
          </p:cNvPr>
          <p:cNvSpPr/>
          <p:nvPr/>
        </p:nvSpPr>
        <p:spPr>
          <a:xfrm>
            <a:off x="6346905" y="1632184"/>
            <a:ext cx="1119227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2D4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8" name="Graphique 17" descr="Pouce en bas avec un remplissage uni">
            <a:extLst>
              <a:ext uri="{FF2B5EF4-FFF2-40B4-BE49-F238E27FC236}">
                <a16:creationId xmlns:a16="http://schemas.microsoft.com/office/drawing/2014/main" id="{94E15970-1C67-4C47-A2BC-98ADB9286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4668" y="1749259"/>
            <a:ext cx="403702" cy="403702"/>
          </a:xfrm>
          <a:prstGeom prst="rect">
            <a:avLst/>
          </a:prstGeom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8740A3F9-C542-BE06-53D0-5F7F4697126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119225" y="1367046"/>
            <a:ext cx="4305031" cy="499110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5"/>
              </a:buBlip>
              <a:defRPr sz="20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Liste de points</a:t>
            </a:r>
            <a:endParaRPr lang="fr-FR" dirty="0"/>
          </a:p>
        </p:txBody>
      </p:sp>
      <p:sp>
        <p:nvSpPr>
          <p:cNvPr id="24" name="Espace réservé du texte 3">
            <a:extLst>
              <a:ext uri="{FF2B5EF4-FFF2-40B4-BE49-F238E27FC236}">
                <a16:creationId xmlns:a16="http://schemas.microsoft.com/office/drawing/2014/main" id="{7124BB2E-110C-4472-275D-60ABAD88099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7466132" y="1367046"/>
            <a:ext cx="4305031" cy="51205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5"/>
              </a:buBlip>
              <a:defRPr sz="20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Liste de points</a:t>
            </a:r>
            <a:endParaRPr lang="fr-FR" dirty="0"/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FEDBA435-A553-F6A2-1288-E9EEB376647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BA2683F-EDD5-1419-01A4-28DA6BC3793C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pic>
        <p:nvPicPr>
          <p:cNvPr id="6" name="Graphique 5" descr="Pouce en bas avec un remplissage uni">
            <a:extLst>
              <a:ext uri="{FF2B5EF4-FFF2-40B4-BE49-F238E27FC236}">
                <a16:creationId xmlns:a16="http://schemas.microsoft.com/office/drawing/2014/main" id="{61E91880-DABD-FA79-BDEE-AA72FA31B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969065">
            <a:off x="357761" y="1758938"/>
            <a:ext cx="403702" cy="4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5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6" y="2174524"/>
            <a:ext cx="5845093" cy="4683476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2174524"/>
            <a:ext cx="5845093" cy="4683476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rganigramme : Alternative 16">
            <a:extLst>
              <a:ext uri="{FF2B5EF4-FFF2-40B4-BE49-F238E27FC236}">
                <a16:creationId xmlns:a16="http://schemas.microsoft.com/office/drawing/2014/main" id="{19739CA8-6812-2642-9DB6-241A46F2AC9F}"/>
              </a:ext>
            </a:extLst>
          </p:cNvPr>
          <p:cNvSpPr/>
          <p:nvPr/>
        </p:nvSpPr>
        <p:spPr>
          <a:xfrm>
            <a:off x="8782797" y="1776168"/>
            <a:ext cx="1869844" cy="195651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>
                <a:solidFill>
                  <a:srgbClr val="081E32"/>
                </a:solidFill>
                <a:latin typeface="PolySans Slim" pitchFamily="2" charset="77"/>
                <a:ea typeface="Tahoma" panose="020B0604030504040204" pitchFamily="34" charset="0"/>
                <a:cs typeface="Tahoma" panose="020B0604030504040204" pitchFamily="34" charset="0"/>
              </a:rPr>
              <a:t>Mission peu claire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3BE2F592-1D16-AE32-D476-947AD14F60E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" y="1306055"/>
            <a:ext cx="5845094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Option 1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B975CDB2-EE98-F8F7-562A-128D8D080A9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338563" y="1306055"/>
            <a:ext cx="5845094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Option 2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2BEF16-2D51-284C-EFA5-F761FF67AC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96247" y="2608087"/>
            <a:ext cx="5052603" cy="3816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FD28BCE6-AA67-8690-4DD9-FAE27F0A8E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734809" y="2608087"/>
            <a:ext cx="5052603" cy="3816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C89C23F-514B-0678-AFDB-6B119D53CB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38117287-C792-75CB-3EAE-EE921860ABF2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9253C1A5-55FC-9979-A928-411516DBA67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54796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6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3">
            <a:extLst>
              <a:ext uri="{FF2B5EF4-FFF2-40B4-BE49-F238E27FC236}">
                <a16:creationId xmlns:a16="http://schemas.microsoft.com/office/drawing/2014/main" id="{2E683023-2DD0-4243-A510-F5F38B5993B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4" y="1406268"/>
            <a:ext cx="2575307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C315EF4D-534A-8847-890A-CDAFEF61EE0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430639" y="1406268"/>
            <a:ext cx="235709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B096F822-E39B-65F8-E28B-C11E7DAD13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53164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80AB79F-B997-6998-8517-8FA138DE89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72009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pour une image  2">
            <a:extLst>
              <a:ext uri="{FF2B5EF4-FFF2-40B4-BE49-F238E27FC236}">
                <a16:creationId xmlns:a16="http://schemas.microsoft.com/office/drawing/2014/main" id="{DBE71424-A47B-3CBA-3121-DD228DCEF99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802142" y="2290165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5" name="Espace réservé pour une image  2">
            <a:extLst>
              <a:ext uri="{FF2B5EF4-FFF2-40B4-BE49-F238E27FC236}">
                <a16:creationId xmlns:a16="http://schemas.microsoft.com/office/drawing/2014/main" id="{3D607E6B-6820-1431-60C4-3EA9C002CA1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3164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6" name="Espace réservé pour une image  2">
            <a:extLst>
              <a:ext uri="{FF2B5EF4-FFF2-40B4-BE49-F238E27FC236}">
                <a16:creationId xmlns:a16="http://schemas.microsoft.com/office/drawing/2014/main" id="{7995A305-6EAE-CD4B-EA32-47B931F64E6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72009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7" name="Espace réservé pour une image  2">
            <a:extLst>
              <a:ext uri="{FF2B5EF4-FFF2-40B4-BE49-F238E27FC236}">
                <a16:creationId xmlns:a16="http://schemas.microsoft.com/office/drawing/2014/main" id="{B1860649-A2F1-3B38-8151-6CA1B608CE8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802142" y="4751143"/>
            <a:ext cx="2760208" cy="1952711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3">
            <a:extLst>
              <a:ext uri="{FF2B5EF4-FFF2-40B4-BE49-F238E27FC236}">
                <a16:creationId xmlns:a16="http://schemas.microsoft.com/office/drawing/2014/main" id="{A70583C5-13B9-10C3-507B-F6459BDEF00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EC6443B7-3509-CA4A-1107-6DE5F1BF480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8726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10 imag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2">
            <a:extLst>
              <a:ext uri="{FF2B5EF4-FFF2-40B4-BE49-F238E27FC236}">
                <a16:creationId xmlns:a16="http://schemas.microsoft.com/office/drawing/2014/main" id="{5A6DBEC9-31F6-87F4-95C0-B867D341217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" y="3050904"/>
            <a:ext cx="2378932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0" name="Espace réservé pour une image  2">
            <a:extLst>
              <a:ext uri="{FF2B5EF4-FFF2-40B4-BE49-F238E27FC236}">
                <a16:creationId xmlns:a16="http://schemas.microsoft.com/office/drawing/2014/main" id="{C112A0B1-4BA7-F30C-5F29-76AFF72C54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378932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1" name="Espace réservé pour une image  2">
            <a:extLst>
              <a:ext uri="{FF2B5EF4-FFF2-40B4-BE49-F238E27FC236}">
                <a16:creationId xmlns:a16="http://schemas.microsoft.com/office/drawing/2014/main" id="{DCDF75A2-C5B0-7E69-73C9-3E7C31C161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832199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pour une image  2">
            <a:extLst>
              <a:ext uri="{FF2B5EF4-FFF2-40B4-BE49-F238E27FC236}">
                <a16:creationId xmlns:a16="http://schemas.microsoft.com/office/drawing/2014/main" id="{34609C31-D3DD-61BC-B53A-26D844B6EB6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285466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3" name="Espace réservé pour une image  2">
            <a:extLst>
              <a:ext uri="{FF2B5EF4-FFF2-40B4-BE49-F238E27FC236}">
                <a16:creationId xmlns:a16="http://schemas.microsoft.com/office/drawing/2014/main" id="{298BDB14-3ABD-1C66-A8E7-7AEE61B0646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738733" y="3050904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4" name="Espace réservé pour une image  2">
            <a:extLst>
              <a:ext uri="{FF2B5EF4-FFF2-40B4-BE49-F238E27FC236}">
                <a16:creationId xmlns:a16="http://schemas.microsoft.com/office/drawing/2014/main" id="{EC65E7FB-E701-B331-B8E1-D34DCF2253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" y="4957763"/>
            <a:ext cx="2378932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5" name="Espace réservé pour une image  2">
            <a:extLst>
              <a:ext uri="{FF2B5EF4-FFF2-40B4-BE49-F238E27FC236}">
                <a16:creationId xmlns:a16="http://schemas.microsoft.com/office/drawing/2014/main" id="{8DB8DC1D-C738-9B7A-894A-BE3CB0BAFF6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378932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C6609057-3425-C531-E44D-2569DA5DAD3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32199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4D25A387-668E-6871-592D-C0F99387528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285466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6" name="Espace réservé pour une image  2">
            <a:extLst>
              <a:ext uri="{FF2B5EF4-FFF2-40B4-BE49-F238E27FC236}">
                <a16:creationId xmlns:a16="http://schemas.microsoft.com/office/drawing/2014/main" id="{92F85D9C-4A03-8A5B-5523-D39AEEF9EF6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738733" y="4957763"/>
            <a:ext cx="2453267" cy="190023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1BD93AF-2EF9-0E48-F4BB-851209EEF74C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4" y="1406268"/>
            <a:ext cx="2575307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r>
              <a:rPr lang="fr-FR" dirty="0"/>
              <a:t> </a:t>
            </a:r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0C25671E-86AC-1B3F-A95E-9FB5903319AB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430639" y="1406268"/>
            <a:ext cx="235709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8C229F1D-9B3C-AC5D-92EC-EBB77BAE92A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7" name="Espace réservé du texte 3">
            <a:extLst>
              <a:ext uri="{FF2B5EF4-FFF2-40B4-BE49-F238E27FC236}">
                <a16:creationId xmlns:a16="http://schemas.microsoft.com/office/drawing/2014/main" id="{D3EB42B4-8A71-FB4F-0F1F-33B5EB7535B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5051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3776E57-3AEA-D340-A1F6-90A06C7EB51E}"/>
              </a:ext>
            </a:extLst>
          </p:cNvPr>
          <p:cNvCxnSpPr>
            <a:cxnSpLocks/>
          </p:cNvCxnSpPr>
          <p:nvPr/>
        </p:nvCxnSpPr>
        <p:spPr>
          <a:xfrm flipH="1">
            <a:off x="1156089" y="3205026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46AD590B-FB6C-DB47-BB0E-DD950EAB5038}"/>
              </a:ext>
            </a:extLst>
          </p:cNvPr>
          <p:cNvCxnSpPr>
            <a:cxnSpLocks/>
          </p:cNvCxnSpPr>
          <p:nvPr/>
        </p:nvCxnSpPr>
        <p:spPr>
          <a:xfrm flipH="1">
            <a:off x="6909189" y="3205026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5C6B1DF-F629-3644-876C-C2EE4566525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13360" y="2330721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2D075A10-957E-1640-BF59-655C9A77094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1157445" y="2505638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48" name="Espace réservé du texte 2">
            <a:extLst>
              <a:ext uri="{FF2B5EF4-FFF2-40B4-BE49-F238E27FC236}">
                <a16:creationId xmlns:a16="http://schemas.microsoft.com/office/drawing/2014/main" id="{2425A286-FE53-A44E-8825-45D35E39D7C5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57445" y="3363801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50" name="Espace réservé du texte 2">
            <a:extLst>
              <a:ext uri="{FF2B5EF4-FFF2-40B4-BE49-F238E27FC236}">
                <a16:creationId xmlns:a16="http://schemas.microsoft.com/office/drawing/2014/main" id="{0B2270DE-DD2B-FF47-BBE1-5F63C4101E3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955780" y="2330721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6C38486E-4660-5E4F-ADED-E24974D66EB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899865" y="2505638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FF67340B-2C65-BA40-BD40-D349566B8035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899865" y="3363801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DA810B4D-64B8-8A46-B0B4-AAE787DF3208}"/>
              </a:ext>
            </a:extLst>
          </p:cNvPr>
          <p:cNvCxnSpPr>
            <a:cxnSpLocks/>
          </p:cNvCxnSpPr>
          <p:nvPr/>
        </p:nvCxnSpPr>
        <p:spPr>
          <a:xfrm flipH="1">
            <a:off x="1156089" y="5249760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5797E96E-FF56-6744-9DE2-8B6A17A766D8}"/>
              </a:ext>
            </a:extLst>
          </p:cNvPr>
          <p:cNvCxnSpPr>
            <a:cxnSpLocks/>
          </p:cNvCxnSpPr>
          <p:nvPr/>
        </p:nvCxnSpPr>
        <p:spPr>
          <a:xfrm flipH="1">
            <a:off x="6909189" y="5249760"/>
            <a:ext cx="458209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space réservé du texte 2">
            <a:extLst>
              <a:ext uri="{FF2B5EF4-FFF2-40B4-BE49-F238E27FC236}">
                <a16:creationId xmlns:a16="http://schemas.microsoft.com/office/drawing/2014/main" id="{82F1DB87-CED2-C04B-A37D-19D08F979199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13360" y="4375455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03</a:t>
            </a:r>
          </a:p>
        </p:txBody>
      </p:sp>
      <p:sp>
        <p:nvSpPr>
          <p:cNvPr id="64" name="Espace réservé du texte 2">
            <a:extLst>
              <a:ext uri="{FF2B5EF4-FFF2-40B4-BE49-F238E27FC236}">
                <a16:creationId xmlns:a16="http://schemas.microsoft.com/office/drawing/2014/main" id="{3C218C60-E154-F845-8311-9AEF7FDD786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157445" y="4550372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5" name="Espace réservé du texte 2">
            <a:extLst>
              <a:ext uri="{FF2B5EF4-FFF2-40B4-BE49-F238E27FC236}">
                <a16:creationId xmlns:a16="http://schemas.microsoft.com/office/drawing/2014/main" id="{753ACCE7-4E58-304F-9962-17A50A5C6B5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157445" y="5408535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66" name="Espace réservé du texte 2">
            <a:extLst>
              <a:ext uri="{FF2B5EF4-FFF2-40B4-BE49-F238E27FC236}">
                <a16:creationId xmlns:a16="http://schemas.microsoft.com/office/drawing/2014/main" id="{276E4DDD-79C8-B24C-B8FF-EDDFDFFDB70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955780" y="4375455"/>
            <a:ext cx="1291147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04</a:t>
            </a:r>
          </a:p>
        </p:txBody>
      </p:sp>
      <p:sp>
        <p:nvSpPr>
          <p:cNvPr id="67" name="Espace réservé du texte 2">
            <a:extLst>
              <a:ext uri="{FF2B5EF4-FFF2-40B4-BE49-F238E27FC236}">
                <a16:creationId xmlns:a16="http://schemas.microsoft.com/office/drawing/2014/main" id="{552EB3AA-AA79-8A4C-BEB9-259935566107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899865" y="4550372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8" name="Espace réservé du texte 2">
            <a:extLst>
              <a:ext uri="{FF2B5EF4-FFF2-40B4-BE49-F238E27FC236}">
                <a16:creationId xmlns:a16="http://schemas.microsoft.com/office/drawing/2014/main" id="{1319CDC8-702F-1F40-A591-7AF7B56ED1EE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899865" y="5408535"/>
            <a:ext cx="2954597" cy="45031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Événement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39456FF6-C147-3868-0DE2-01A3B45F390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3738691C-D547-9D85-3BC7-AC6C2009765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15015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2888B9B5-9144-A24B-96EB-F90E55798BF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83172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2207882F-7C35-C84B-8F07-52FA7C7E0DAC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82174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1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EA28E1D2-EFAA-5A43-ADE5-E0533A90BC8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4928695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2CEAB00A-1806-8542-B125-69C75B8CA04E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627697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2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37EE1769-FB49-694D-B133-6675963F3CB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674300" y="4094785"/>
            <a:ext cx="235260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72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AAAA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781F8B86-597B-544B-B635-087BF74BA27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373302" y="5255077"/>
            <a:ext cx="2954597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 numéro 3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8873A19A-5363-89F2-8A27-E4489676216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CFF62D4-6AC7-BE95-5BFF-B08D914755C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94248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merci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rc plein 14">
            <a:extLst>
              <a:ext uri="{FF2B5EF4-FFF2-40B4-BE49-F238E27FC236}">
                <a16:creationId xmlns:a16="http://schemas.microsoft.com/office/drawing/2014/main" id="{DCFC2058-5543-C24C-BCA0-338273EAAD27}"/>
              </a:ext>
            </a:extLst>
          </p:cNvPr>
          <p:cNvSpPr/>
          <p:nvPr/>
        </p:nvSpPr>
        <p:spPr>
          <a:xfrm rot="10800000">
            <a:off x="6082757" y="2569667"/>
            <a:ext cx="1669863" cy="1794866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7" name="Arc plein 16">
            <a:extLst>
              <a:ext uri="{FF2B5EF4-FFF2-40B4-BE49-F238E27FC236}">
                <a16:creationId xmlns:a16="http://schemas.microsoft.com/office/drawing/2014/main" id="{BA56ACBE-DD93-8641-9ABC-3B3A1DDE2ED2}"/>
              </a:ext>
            </a:extLst>
          </p:cNvPr>
          <p:cNvSpPr/>
          <p:nvPr/>
        </p:nvSpPr>
        <p:spPr>
          <a:xfrm>
            <a:off x="4475303" y="2123707"/>
            <a:ext cx="1669863" cy="1794866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" name="Image 17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089548C7-1F3A-104B-8AFE-7B12DB468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536" y="5902174"/>
            <a:ext cx="1992439" cy="489595"/>
          </a:xfrm>
          <a:prstGeom prst="rect">
            <a:avLst/>
          </a:prstGeom>
        </p:spPr>
      </p:pic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9E88B3F5-412B-AC41-8521-CBF1F711FAB2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903532" y="3004097"/>
            <a:ext cx="238492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7736415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emerci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orme libre 24">
            <a:extLst>
              <a:ext uri="{FF2B5EF4-FFF2-40B4-BE49-F238E27FC236}">
                <a16:creationId xmlns:a16="http://schemas.microsoft.com/office/drawing/2014/main" id="{1959AB58-605A-5984-B956-C2D9C33A4029}"/>
              </a:ext>
            </a:extLst>
          </p:cNvPr>
          <p:cNvSpPr/>
          <p:nvPr/>
        </p:nvSpPr>
        <p:spPr>
          <a:xfrm>
            <a:off x="12892" y="3106694"/>
            <a:ext cx="2840490" cy="2306888"/>
          </a:xfrm>
          <a:custGeom>
            <a:avLst/>
            <a:gdLst>
              <a:gd name="connsiteX0" fmla="*/ 2311486 w 2311486"/>
              <a:gd name="connsiteY0" fmla="*/ 0 h 1877260"/>
              <a:gd name="connsiteX1" fmla="*/ 2311485 w 2311486"/>
              <a:gd name="connsiteY1" fmla="*/ 549737 h 1877260"/>
              <a:gd name="connsiteX2" fmla="*/ 596102 w 2311486"/>
              <a:gd name="connsiteY2" fmla="*/ 1742117 h 1877260"/>
              <a:gd name="connsiteX3" fmla="*/ 559324 w 2311486"/>
              <a:gd name="connsiteY3" fmla="*/ 1877260 h 1877260"/>
              <a:gd name="connsiteX4" fmla="*/ 0 w 2311486"/>
              <a:gd name="connsiteY4" fmla="*/ 1877260 h 1877260"/>
              <a:gd name="connsiteX5" fmla="*/ 13274 w 2311486"/>
              <a:gd name="connsiteY5" fmla="*/ 1793960 h 1877260"/>
              <a:gd name="connsiteX6" fmla="*/ 2311486 w 2311486"/>
              <a:gd name="connsiteY6" fmla="*/ 0 h 187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11486" h="1877260">
                <a:moveTo>
                  <a:pt x="2311486" y="0"/>
                </a:moveTo>
                <a:cubicBezTo>
                  <a:pt x="2311486" y="183246"/>
                  <a:pt x="2311485" y="366491"/>
                  <a:pt x="2311485" y="549737"/>
                </a:cubicBezTo>
                <a:cubicBezTo>
                  <a:pt x="1505504" y="549737"/>
                  <a:pt x="823513" y="1051313"/>
                  <a:pt x="596102" y="1742117"/>
                </a:cubicBezTo>
                <a:lnTo>
                  <a:pt x="559324" y="1877260"/>
                </a:lnTo>
                <a:lnTo>
                  <a:pt x="0" y="1877260"/>
                </a:lnTo>
                <a:lnTo>
                  <a:pt x="13274" y="1793960"/>
                </a:lnTo>
                <a:cubicBezTo>
                  <a:pt x="232018" y="770149"/>
                  <a:pt x="1177846" y="0"/>
                  <a:pt x="2311486" y="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0" name="Espace réservé du texte 3">
            <a:extLst>
              <a:ext uri="{FF2B5EF4-FFF2-40B4-BE49-F238E27FC236}">
                <a16:creationId xmlns:a16="http://schemas.microsoft.com/office/drawing/2014/main" id="{B70CEE0F-05C5-A270-45EA-3919BE891CD8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903532" y="3004097"/>
            <a:ext cx="238492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Merci !</a:t>
            </a:r>
          </a:p>
        </p:txBody>
      </p:sp>
      <p:sp>
        <p:nvSpPr>
          <p:cNvPr id="2" name="Espace réservé pour une image  2">
            <a:extLst>
              <a:ext uri="{FF2B5EF4-FFF2-40B4-BE49-F238E27FC236}">
                <a16:creationId xmlns:a16="http://schemas.microsoft.com/office/drawing/2014/main" id="{28B41DA2-124A-BE17-6CAF-2B6D6D128CF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164222" y="1451271"/>
            <a:ext cx="2434615" cy="1715622"/>
          </a:xfrm>
          <a:custGeom>
            <a:avLst/>
            <a:gdLst>
              <a:gd name="connsiteX0" fmla="*/ 0 w 4150126"/>
              <a:gd name="connsiteY0" fmla="*/ 0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0 h 2936190"/>
              <a:gd name="connsiteX0" fmla="*/ 0 w 4150126"/>
              <a:gd name="connsiteY0" fmla="*/ 88451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88451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9361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3086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003861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201085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23390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97648 h 2936190"/>
              <a:gd name="connsiteX1" fmla="*/ 4150126 w 4150126"/>
              <a:gd name="connsiteY1" fmla="*/ 0 h 2936190"/>
              <a:gd name="connsiteX2" fmla="*/ 4150126 w 4150126"/>
              <a:gd name="connsiteY2" fmla="*/ 2171202 h 2936190"/>
              <a:gd name="connsiteX3" fmla="*/ 0 w 4150126"/>
              <a:gd name="connsiteY3" fmla="*/ 2936190 h 2936190"/>
              <a:gd name="connsiteX4" fmla="*/ 0 w 4150126"/>
              <a:gd name="connsiteY4" fmla="*/ 597648 h 2936190"/>
              <a:gd name="connsiteX0" fmla="*/ 0 w 4150126"/>
              <a:gd name="connsiteY0" fmla="*/ 573742 h 2912284"/>
              <a:gd name="connsiteX1" fmla="*/ 4150126 w 4150126"/>
              <a:gd name="connsiteY1" fmla="*/ 0 h 2912284"/>
              <a:gd name="connsiteX2" fmla="*/ 4150126 w 4150126"/>
              <a:gd name="connsiteY2" fmla="*/ 2147296 h 2912284"/>
              <a:gd name="connsiteX3" fmla="*/ 0 w 4150126"/>
              <a:gd name="connsiteY3" fmla="*/ 2912284 h 2912284"/>
              <a:gd name="connsiteX4" fmla="*/ 0 w 4150126"/>
              <a:gd name="connsiteY4" fmla="*/ 573742 h 2912284"/>
              <a:gd name="connsiteX0" fmla="*/ 0 w 4150126"/>
              <a:gd name="connsiteY0" fmla="*/ 492327 h 2830869"/>
              <a:gd name="connsiteX1" fmla="*/ 4150126 w 4150126"/>
              <a:gd name="connsiteY1" fmla="*/ 28313 h 2830869"/>
              <a:gd name="connsiteX2" fmla="*/ 4150126 w 4150126"/>
              <a:gd name="connsiteY2" fmla="*/ 2065881 h 2830869"/>
              <a:gd name="connsiteX3" fmla="*/ 0 w 4150126"/>
              <a:gd name="connsiteY3" fmla="*/ 2830869 h 2830869"/>
              <a:gd name="connsiteX4" fmla="*/ 0 w 4150126"/>
              <a:gd name="connsiteY4" fmla="*/ 492327 h 2830869"/>
              <a:gd name="connsiteX0" fmla="*/ 0 w 4150126"/>
              <a:gd name="connsiteY0" fmla="*/ 587458 h 2926000"/>
              <a:gd name="connsiteX1" fmla="*/ 4145554 w 4150126"/>
              <a:gd name="connsiteY1" fmla="*/ 0 h 2926000"/>
              <a:gd name="connsiteX2" fmla="*/ 4150126 w 4150126"/>
              <a:gd name="connsiteY2" fmla="*/ 2161012 h 2926000"/>
              <a:gd name="connsiteX3" fmla="*/ 0 w 4150126"/>
              <a:gd name="connsiteY3" fmla="*/ 2926000 h 2926000"/>
              <a:gd name="connsiteX4" fmla="*/ 0 w 4150126"/>
              <a:gd name="connsiteY4" fmla="*/ 587458 h 2926000"/>
              <a:gd name="connsiteX0" fmla="*/ 0 w 4150126"/>
              <a:gd name="connsiteY0" fmla="*/ 596622 h 2935164"/>
              <a:gd name="connsiteX1" fmla="*/ 4145554 w 4150126"/>
              <a:gd name="connsiteY1" fmla="*/ 9164 h 2935164"/>
              <a:gd name="connsiteX2" fmla="*/ 4150126 w 4150126"/>
              <a:gd name="connsiteY2" fmla="*/ 2170176 h 2935164"/>
              <a:gd name="connsiteX3" fmla="*/ 0 w 4150126"/>
              <a:gd name="connsiteY3" fmla="*/ 2935164 h 2935164"/>
              <a:gd name="connsiteX4" fmla="*/ 0 w 4150126"/>
              <a:gd name="connsiteY4" fmla="*/ 596622 h 2935164"/>
              <a:gd name="connsiteX0" fmla="*/ 0 w 4150126"/>
              <a:gd name="connsiteY0" fmla="*/ 624677 h 2931215"/>
              <a:gd name="connsiteX1" fmla="*/ 4145554 w 4150126"/>
              <a:gd name="connsiteY1" fmla="*/ 5215 h 2931215"/>
              <a:gd name="connsiteX2" fmla="*/ 4150126 w 4150126"/>
              <a:gd name="connsiteY2" fmla="*/ 2166227 h 2931215"/>
              <a:gd name="connsiteX3" fmla="*/ 0 w 4150126"/>
              <a:gd name="connsiteY3" fmla="*/ 2931215 h 2931215"/>
              <a:gd name="connsiteX4" fmla="*/ 0 w 4150126"/>
              <a:gd name="connsiteY4" fmla="*/ 624677 h 2931215"/>
              <a:gd name="connsiteX0" fmla="*/ 0 w 4150126"/>
              <a:gd name="connsiteY0" fmla="*/ 585108 h 2937366"/>
              <a:gd name="connsiteX1" fmla="*/ 4145554 w 4150126"/>
              <a:gd name="connsiteY1" fmla="*/ 11366 h 2937366"/>
              <a:gd name="connsiteX2" fmla="*/ 4150126 w 4150126"/>
              <a:gd name="connsiteY2" fmla="*/ 2172378 h 2937366"/>
              <a:gd name="connsiteX3" fmla="*/ 0 w 4150126"/>
              <a:gd name="connsiteY3" fmla="*/ 2937366 h 2937366"/>
              <a:gd name="connsiteX4" fmla="*/ 0 w 4150126"/>
              <a:gd name="connsiteY4" fmla="*/ 585108 h 2937366"/>
              <a:gd name="connsiteX0" fmla="*/ 0 w 4150126"/>
              <a:gd name="connsiteY0" fmla="*/ 583752 h 2936010"/>
              <a:gd name="connsiteX1" fmla="*/ 4145554 w 4150126"/>
              <a:gd name="connsiteY1" fmla="*/ 10010 h 2936010"/>
              <a:gd name="connsiteX2" fmla="*/ 4150126 w 4150126"/>
              <a:gd name="connsiteY2" fmla="*/ 2171022 h 2936010"/>
              <a:gd name="connsiteX3" fmla="*/ 0 w 4150126"/>
              <a:gd name="connsiteY3" fmla="*/ 2936010 h 2936010"/>
              <a:gd name="connsiteX4" fmla="*/ 0 w 4150126"/>
              <a:gd name="connsiteY4" fmla="*/ 583752 h 2936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50126" h="2936010">
                <a:moveTo>
                  <a:pt x="0" y="583752"/>
                </a:moveTo>
                <a:cubicBezTo>
                  <a:pt x="1545457" y="-102368"/>
                  <a:pt x="3114103" y="2500"/>
                  <a:pt x="4145554" y="10010"/>
                </a:cubicBezTo>
                <a:lnTo>
                  <a:pt x="4150126" y="2171022"/>
                </a:lnTo>
                <a:cubicBezTo>
                  <a:pt x="3232915" y="2087350"/>
                  <a:pt x="1718057" y="1925988"/>
                  <a:pt x="0" y="2936010"/>
                </a:cubicBezTo>
                <a:lnTo>
                  <a:pt x="0" y="583752"/>
                </a:lnTo>
                <a:close/>
              </a:path>
            </a:pathLst>
          </a:custGeom>
          <a:noFill/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E1117C17-EE8D-C7FB-8024-8F149107E4F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63637" y="4248905"/>
            <a:ext cx="2749048" cy="1164471"/>
          </a:xfrm>
          <a:custGeom>
            <a:avLst/>
            <a:gdLst>
              <a:gd name="connsiteX0" fmla="*/ 0 w 2754912"/>
              <a:gd name="connsiteY0" fmla="*/ 0 h 1168373"/>
              <a:gd name="connsiteX1" fmla="*/ 2754912 w 2754912"/>
              <a:gd name="connsiteY1" fmla="*/ 0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0 w 2754912"/>
              <a:gd name="connsiteY0" fmla="*/ 0 h 1168373"/>
              <a:gd name="connsiteX1" fmla="*/ 2754912 w 2754912"/>
              <a:gd name="connsiteY1" fmla="*/ 87085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0 w 2754912"/>
              <a:gd name="connsiteY0" fmla="*/ 0 h 1168373"/>
              <a:gd name="connsiteX1" fmla="*/ 2754912 w 2754912"/>
              <a:gd name="connsiteY1" fmla="*/ 6220 h 1168373"/>
              <a:gd name="connsiteX2" fmla="*/ 2754912 w 2754912"/>
              <a:gd name="connsiteY2" fmla="*/ 1168373 h 1168373"/>
              <a:gd name="connsiteX3" fmla="*/ 0 w 2754912"/>
              <a:gd name="connsiteY3" fmla="*/ 1168373 h 1168373"/>
              <a:gd name="connsiteX4" fmla="*/ 0 w 2754912"/>
              <a:gd name="connsiteY4" fmla="*/ 0 h 116837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28735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398106 w 2754912"/>
              <a:gd name="connsiteY4" fmla="*/ 528735 h 1162153"/>
              <a:gd name="connsiteX0" fmla="*/ 398106 w 2754912"/>
              <a:gd name="connsiteY0" fmla="*/ 590187 h 1223605"/>
              <a:gd name="connsiteX1" fmla="*/ 2754912 w 2754912"/>
              <a:gd name="connsiteY1" fmla="*/ 61452 h 1223605"/>
              <a:gd name="connsiteX2" fmla="*/ 2754912 w 2754912"/>
              <a:gd name="connsiteY2" fmla="*/ 1223605 h 1223605"/>
              <a:gd name="connsiteX3" fmla="*/ 0 w 2754912"/>
              <a:gd name="connsiteY3" fmla="*/ 1223605 h 1223605"/>
              <a:gd name="connsiteX4" fmla="*/ 398106 w 2754912"/>
              <a:gd name="connsiteY4" fmla="*/ 590187 h 1223605"/>
              <a:gd name="connsiteX0" fmla="*/ 304799 w 2754912"/>
              <a:gd name="connsiteY0" fmla="*/ 663572 h 1185023"/>
              <a:gd name="connsiteX1" fmla="*/ 2754912 w 2754912"/>
              <a:gd name="connsiteY1" fmla="*/ 22870 h 1185023"/>
              <a:gd name="connsiteX2" fmla="*/ 2754912 w 2754912"/>
              <a:gd name="connsiteY2" fmla="*/ 1185023 h 1185023"/>
              <a:gd name="connsiteX3" fmla="*/ 0 w 2754912"/>
              <a:gd name="connsiteY3" fmla="*/ 1185023 h 1185023"/>
              <a:gd name="connsiteX4" fmla="*/ 304799 w 2754912"/>
              <a:gd name="connsiteY4" fmla="*/ 663572 h 1185023"/>
              <a:gd name="connsiteX0" fmla="*/ 304799 w 2754912"/>
              <a:gd name="connsiteY0" fmla="*/ 686289 h 1207740"/>
              <a:gd name="connsiteX1" fmla="*/ 2754912 w 2754912"/>
              <a:gd name="connsiteY1" fmla="*/ 45587 h 1207740"/>
              <a:gd name="connsiteX2" fmla="*/ 2754912 w 2754912"/>
              <a:gd name="connsiteY2" fmla="*/ 1207740 h 1207740"/>
              <a:gd name="connsiteX3" fmla="*/ 0 w 2754912"/>
              <a:gd name="connsiteY3" fmla="*/ 1207740 h 1207740"/>
              <a:gd name="connsiteX4" fmla="*/ 304799 w 2754912"/>
              <a:gd name="connsiteY4" fmla="*/ 686289 h 1207740"/>
              <a:gd name="connsiteX0" fmla="*/ 678023 w 2754912"/>
              <a:gd name="connsiteY0" fmla="*/ 520270 h 1371403"/>
              <a:gd name="connsiteX1" fmla="*/ 2754912 w 2754912"/>
              <a:gd name="connsiteY1" fmla="*/ 209250 h 1371403"/>
              <a:gd name="connsiteX2" fmla="*/ 2754912 w 2754912"/>
              <a:gd name="connsiteY2" fmla="*/ 1371403 h 1371403"/>
              <a:gd name="connsiteX3" fmla="*/ 0 w 2754912"/>
              <a:gd name="connsiteY3" fmla="*/ 1371403 h 1371403"/>
              <a:gd name="connsiteX4" fmla="*/ 678023 w 2754912"/>
              <a:gd name="connsiteY4" fmla="*/ 520270 h 1371403"/>
              <a:gd name="connsiteX0" fmla="*/ 678023 w 2754912"/>
              <a:gd name="connsiteY0" fmla="*/ 327640 h 1178773"/>
              <a:gd name="connsiteX1" fmla="*/ 2754912 w 2754912"/>
              <a:gd name="connsiteY1" fmla="*/ 16620 h 1178773"/>
              <a:gd name="connsiteX2" fmla="*/ 2754912 w 2754912"/>
              <a:gd name="connsiteY2" fmla="*/ 1178773 h 1178773"/>
              <a:gd name="connsiteX3" fmla="*/ 0 w 2754912"/>
              <a:gd name="connsiteY3" fmla="*/ 1178773 h 1178773"/>
              <a:gd name="connsiteX4" fmla="*/ 678023 w 2754912"/>
              <a:gd name="connsiteY4" fmla="*/ 327640 h 1178773"/>
              <a:gd name="connsiteX0" fmla="*/ 603378 w 2754912"/>
              <a:gd name="connsiteY0" fmla="*/ 345121 h 1171373"/>
              <a:gd name="connsiteX1" fmla="*/ 2754912 w 2754912"/>
              <a:gd name="connsiteY1" fmla="*/ 9220 h 1171373"/>
              <a:gd name="connsiteX2" fmla="*/ 2754912 w 2754912"/>
              <a:gd name="connsiteY2" fmla="*/ 1171373 h 1171373"/>
              <a:gd name="connsiteX3" fmla="*/ 0 w 2754912"/>
              <a:gd name="connsiteY3" fmla="*/ 1171373 h 1171373"/>
              <a:gd name="connsiteX4" fmla="*/ 603378 w 2754912"/>
              <a:gd name="connsiteY4" fmla="*/ 345121 h 1171373"/>
              <a:gd name="connsiteX0" fmla="*/ 603378 w 2754912"/>
              <a:gd name="connsiteY0" fmla="*/ 363511 h 1189763"/>
              <a:gd name="connsiteX1" fmla="*/ 2754912 w 2754912"/>
              <a:gd name="connsiteY1" fmla="*/ 27610 h 1189763"/>
              <a:gd name="connsiteX2" fmla="*/ 2754912 w 2754912"/>
              <a:gd name="connsiteY2" fmla="*/ 1189763 h 1189763"/>
              <a:gd name="connsiteX3" fmla="*/ 0 w 2754912"/>
              <a:gd name="connsiteY3" fmla="*/ 1189763 h 1189763"/>
              <a:gd name="connsiteX4" fmla="*/ 603378 w 2754912"/>
              <a:gd name="connsiteY4" fmla="*/ 363511 h 1189763"/>
              <a:gd name="connsiteX0" fmla="*/ 951721 w 2754912"/>
              <a:gd name="connsiteY0" fmla="*/ 278802 h 1279226"/>
              <a:gd name="connsiteX1" fmla="*/ 2754912 w 2754912"/>
              <a:gd name="connsiteY1" fmla="*/ 117073 h 1279226"/>
              <a:gd name="connsiteX2" fmla="*/ 2754912 w 2754912"/>
              <a:gd name="connsiteY2" fmla="*/ 1279226 h 1279226"/>
              <a:gd name="connsiteX3" fmla="*/ 0 w 2754912"/>
              <a:gd name="connsiteY3" fmla="*/ 1279226 h 1279226"/>
              <a:gd name="connsiteX4" fmla="*/ 951721 w 2754912"/>
              <a:gd name="connsiteY4" fmla="*/ 278802 h 1279226"/>
              <a:gd name="connsiteX0" fmla="*/ 951721 w 2754912"/>
              <a:gd name="connsiteY0" fmla="*/ 169892 h 1170316"/>
              <a:gd name="connsiteX1" fmla="*/ 2754912 w 2754912"/>
              <a:gd name="connsiteY1" fmla="*/ 8163 h 1170316"/>
              <a:gd name="connsiteX2" fmla="*/ 2754912 w 2754912"/>
              <a:gd name="connsiteY2" fmla="*/ 1170316 h 1170316"/>
              <a:gd name="connsiteX3" fmla="*/ 0 w 2754912"/>
              <a:gd name="connsiteY3" fmla="*/ 1170316 h 1170316"/>
              <a:gd name="connsiteX4" fmla="*/ 951721 w 2754912"/>
              <a:gd name="connsiteY4" fmla="*/ 169892 h 1170316"/>
              <a:gd name="connsiteX0" fmla="*/ 833533 w 2754912"/>
              <a:gd name="connsiteY0" fmla="*/ 199051 h 1162153"/>
              <a:gd name="connsiteX1" fmla="*/ 2754912 w 2754912"/>
              <a:gd name="connsiteY1" fmla="*/ 0 h 1162153"/>
              <a:gd name="connsiteX2" fmla="*/ 2754912 w 2754912"/>
              <a:gd name="connsiteY2" fmla="*/ 1162153 h 1162153"/>
              <a:gd name="connsiteX3" fmla="*/ 0 w 2754912"/>
              <a:gd name="connsiteY3" fmla="*/ 1162153 h 1162153"/>
              <a:gd name="connsiteX4" fmla="*/ 833533 w 2754912"/>
              <a:gd name="connsiteY4" fmla="*/ 199051 h 1162153"/>
              <a:gd name="connsiteX0" fmla="*/ 833533 w 2754912"/>
              <a:gd name="connsiteY0" fmla="*/ 210199 h 1173301"/>
              <a:gd name="connsiteX1" fmla="*/ 2754912 w 2754912"/>
              <a:gd name="connsiteY1" fmla="*/ 11148 h 1173301"/>
              <a:gd name="connsiteX2" fmla="*/ 2754912 w 2754912"/>
              <a:gd name="connsiteY2" fmla="*/ 1173301 h 1173301"/>
              <a:gd name="connsiteX3" fmla="*/ 0 w 2754912"/>
              <a:gd name="connsiteY3" fmla="*/ 1173301 h 1173301"/>
              <a:gd name="connsiteX4" fmla="*/ 833533 w 2754912"/>
              <a:gd name="connsiteY4" fmla="*/ 210199 h 1173301"/>
              <a:gd name="connsiteX0" fmla="*/ 833533 w 2754912"/>
              <a:gd name="connsiteY0" fmla="*/ 210199 h 1173301"/>
              <a:gd name="connsiteX1" fmla="*/ 2754912 w 2754912"/>
              <a:gd name="connsiteY1" fmla="*/ 11148 h 1173301"/>
              <a:gd name="connsiteX2" fmla="*/ 2754912 w 2754912"/>
              <a:gd name="connsiteY2" fmla="*/ 1173301 h 1173301"/>
              <a:gd name="connsiteX3" fmla="*/ 0 w 2754912"/>
              <a:gd name="connsiteY3" fmla="*/ 1173301 h 1173301"/>
              <a:gd name="connsiteX4" fmla="*/ 833533 w 2754912"/>
              <a:gd name="connsiteY4" fmla="*/ 210199 h 1173301"/>
              <a:gd name="connsiteX0" fmla="*/ 777549 w 2754912"/>
              <a:gd name="connsiteY0" fmla="*/ 237411 h 1163191"/>
              <a:gd name="connsiteX1" fmla="*/ 2754912 w 2754912"/>
              <a:gd name="connsiteY1" fmla="*/ 1038 h 1163191"/>
              <a:gd name="connsiteX2" fmla="*/ 2754912 w 2754912"/>
              <a:gd name="connsiteY2" fmla="*/ 1163191 h 1163191"/>
              <a:gd name="connsiteX3" fmla="*/ 0 w 2754912"/>
              <a:gd name="connsiteY3" fmla="*/ 1163191 h 1163191"/>
              <a:gd name="connsiteX4" fmla="*/ 777549 w 2754912"/>
              <a:gd name="connsiteY4" fmla="*/ 237411 h 1163191"/>
              <a:gd name="connsiteX0" fmla="*/ 777549 w 2754912"/>
              <a:gd name="connsiteY0" fmla="*/ 237411 h 1163191"/>
              <a:gd name="connsiteX1" fmla="*/ 2754912 w 2754912"/>
              <a:gd name="connsiteY1" fmla="*/ 1038 h 1163191"/>
              <a:gd name="connsiteX2" fmla="*/ 2754912 w 2754912"/>
              <a:gd name="connsiteY2" fmla="*/ 1163191 h 1163191"/>
              <a:gd name="connsiteX3" fmla="*/ 0 w 2754912"/>
              <a:gd name="connsiteY3" fmla="*/ 1163191 h 1163191"/>
              <a:gd name="connsiteX4" fmla="*/ 777549 w 2754912"/>
              <a:gd name="connsiteY4" fmla="*/ 237411 h 1163191"/>
              <a:gd name="connsiteX0" fmla="*/ 777549 w 2754912"/>
              <a:gd name="connsiteY0" fmla="*/ 272635 h 1198415"/>
              <a:gd name="connsiteX1" fmla="*/ 2754912 w 2754912"/>
              <a:gd name="connsiteY1" fmla="*/ 36262 h 1198415"/>
              <a:gd name="connsiteX2" fmla="*/ 2754912 w 2754912"/>
              <a:gd name="connsiteY2" fmla="*/ 1198415 h 1198415"/>
              <a:gd name="connsiteX3" fmla="*/ 0 w 2754912"/>
              <a:gd name="connsiteY3" fmla="*/ 1198415 h 1198415"/>
              <a:gd name="connsiteX4" fmla="*/ 777549 w 2754912"/>
              <a:gd name="connsiteY4" fmla="*/ 272635 h 1198415"/>
              <a:gd name="connsiteX0" fmla="*/ 777549 w 2754912"/>
              <a:gd name="connsiteY0" fmla="*/ 282596 h 1208376"/>
              <a:gd name="connsiteX1" fmla="*/ 2754912 w 2754912"/>
              <a:gd name="connsiteY1" fmla="*/ 46223 h 1208376"/>
              <a:gd name="connsiteX2" fmla="*/ 2754912 w 2754912"/>
              <a:gd name="connsiteY2" fmla="*/ 1208376 h 1208376"/>
              <a:gd name="connsiteX3" fmla="*/ 0 w 2754912"/>
              <a:gd name="connsiteY3" fmla="*/ 1208376 h 1208376"/>
              <a:gd name="connsiteX4" fmla="*/ 777549 w 2754912"/>
              <a:gd name="connsiteY4" fmla="*/ 282596 h 1208376"/>
              <a:gd name="connsiteX0" fmla="*/ 777549 w 2754912"/>
              <a:gd name="connsiteY0" fmla="*/ 309204 h 1234984"/>
              <a:gd name="connsiteX1" fmla="*/ 2754912 w 2754912"/>
              <a:gd name="connsiteY1" fmla="*/ 29288 h 1234984"/>
              <a:gd name="connsiteX2" fmla="*/ 2754912 w 2754912"/>
              <a:gd name="connsiteY2" fmla="*/ 1234984 h 1234984"/>
              <a:gd name="connsiteX3" fmla="*/ 0 w 2754912"/>
              <a:gd name="connsiteY3" fmla="*/ 1234984 h 1234984"/>
              <a:gd name="connsiteX4" fmla="*/ 777549 w 2754912"/>
              <a:gd name="connsiteY4" fmla="*/ 309204 h 1234984"/>
              <a:gd name="connsiteX0" fmla="*/ 777549 w 2754912"/>
              <a:gd name="connsiteY0" fmla="*/ 306503 h 1232283"/>
              <a:gd name="connsiteX1" fmla="*/ 2754912 w 2754912"/>
              <a:gd name="connsiteY1" fmla="*/ 26587 h 1232283"/>
              <a:gd name="connsiteX2" fmla="*/ 2754912 w 2754912"/>
              <a:gd name="connsiteY2" fmla="*/ 1232283 h 1232283"/>
              <a:gd name="connsiteX3" fmla="*/ 0 w 2754912"/>
              <a:gd name="connsiteY3" fmla="*/ 1232283 h 1232283"/>
              <a:gd name="connsiteX4" fmla="*/ 777549 w 2754912"/>
              <a:gd name="connsiteY4" fmla="*/ 306503 h 1232283"/>
              <a:gd name="connsiteX0" fmla="*/ 777549 w 2754912"/>
              <a:gd name="connsiteY0" fmla="*/ 287211 h 1212991"/>
              <a:gd name="connsiteX1" fmla="*/ 2754912 w 2754912"/>
              <a:gd name="connsiteY1" fmla="*/ 7295 h 1212991"/>
              <a:gd name="connsiteX2" fmla="*/ 2754912 w 2754912"/>
              <a:gd name="connsiteY2" fmla="*/ 1212991 h 1212991"/>
              <a:gd name="connsiteX3" fmla="*/ 0 w 2754912"/>
              <a:gd name="connsiteY3" fmla="*/ 1212991 h 1212991"/>
              <a:gd name="connsiteX4" fmla="*/ 777549 w 2754912"/>
              <a:gd name="connsiteY4" fmla="*/ 287211 h 1212991"/>
              <a:gd name="connsiteX0" fmla="*/ 777549 w 2761132"/>
              <a:gd name="connsiteY0" fmla="*/ 245175 h 1170955"/>
              <a:gd name="connsiteX1" fmla="*/ 2761132 w 2761132"/>
              <a:gd name="connsiteY1" fmla="*/ 21242 h 1170955"/>
              <a:gd name="connsiteX2" fmla="*/ 2754912 w 2761132"/>
              <a:gd name="connsiteY2" fmla="*/ 1170955 h 1170955"/>
              <a:gd name="connsiteX3" fmla="*/ 0 w 2761132"/>
              <a:gd name="connsiteY3" fmla="*/ 1170955 h 1170955"/>
              <a:gd name="connsiteX4" fmla="*/ 777549 w 2761132"/>
              <a:gd name="connsiteY4" fmla="*/ 245175 h 1170955"/>
              <a:gd name="connsiteX0" fmla="*/ 777549 w 2761132"/>
              <a:gd name="connsiteY0" fmla="*/ 239767 h 1165547"/>
              <a:gd name="connsiteX1" fmla="*/ 2761132 w 2761132"/>
              <a:gd name="connsiteY1" fmla="*/ 15834 h 1165547"/>
              <a:gd name="connsiteX2" fmla="*/ 2754912 w 2761132"/>
              <a:gd name="connsiteY2" fmla="*/ 1165547 h 1165547"/>
              <a:gd name="connsiteX3" fmla="*/ 0 w 2761132"/>
              <a:gd name="connsiteY3" fmla="*/ 1165547 h 1165547"/>
              <a:gd name="connsiteX4" fmla="*/ 777549 w 2761132"/>
              <a:gd name="connsiteY4" fmla="*/ 239767 h 1165547"/>
              <a:gd name="connsiteX0" fmla="*/ 777549 w 2755355"/>
              <a:gd name="connsiteY0" fmla="*/ 213631 h 1139411"/>
              <a:gd name="connsiteX1" fmla="*/ 2753076 w 2755355"/>
              <a:gd name="connsiteY1" fmla="*/ 34008 h 1139411"/>
              <a:gd name="connsiteX2" fmla="*/ 2754912 w 2755355"/>
              <a:gd name="connsiteY2" fmla="*/ 1139411 h 1139411"/>
              <a:gd name="connsiteX3" fmla="*/ 0 w 2755355"/>
              <a:gd name="connsiteY3" fmla="*/ 1139411 h 1139411"/>
              <a:gd name="connsiteX4" fmla="*/ 777549 w 2755355"/>
              <a:gd name="connsiteY4" fmla="*/ 213631 h 1139411"/>
              <a:gd name="connsiteX0" fmla="*/ 777549 w 2755196"/>
              <a:gd name="connsiteY0" fmla="*/ 247923 h 1173703"/>
              <a:gd name="connsiteX1" fmla="*/ 2749048 w 2755196"/>
              <a:gd name="connsiteY1" fmla="*/ 11905 h 1173703"/>
              <a:gd name="connsiteX2" fmla="*/ 2754912 w 2755196"/>
              <a:gd name="connsiteY2" fmla="*/ 1173703 h 1173703"/>
              <a:gd name="connsiteX3" fmla="*/ 0 w 2755196"/>
              <a:gd name="connsiteY3" fmla="*/ 1173703 h 1173703"/>
              <a:gd name="connsiteX4" fmla="*/ 777549 w 2755196"/>
              <a:gd name="connsiteY4" fmla="*/ 247923 h 1173703"/>
              <a:gd name="connsiteX0" fmla="*/ 777549 w 2749048"/>
              <a:gd name="connsiteY0" fmla="*/ 247923 h 1173703"/>
              <a:gd name="connsiteX1" fmla="*/ 2749048 w 2749048"/>
              <a:gd name="connsiteY1" fmla="*/ 11905 h 1173703"/>
              <a:gd name="connsiteX2" fmla="*/ 2666292 w 2749048"/>
              <a:gd name="connsiteY2" fmla="*/ 1117309 h 1173703"/>
              <a:gd name="connsiteX3" fmla="*/ 0 w 2749048"/>
              <a:gd name="connsiteY3" fmla="*/ 1173703 h 1173703"/>
              <a:gd name="connsiteX4" fmla="*/ 777549 w 2749048"/>
              <a:gd name="connsiteY4" fmla="*/ 247923 h 1173703"/>
              <a:gd name="connsiteX0" fmla="*/ 777549 w 2749048"/>
              <a:gd name="connsiteY0" fmla="*/ 247923 h 1173704"/>
              <a:gd name="connsiteX1" fmla="*/ 2749048 w 2749048"/>
              <a:gd name="connsiteY1" fmla="*/ 11905 h 1173704"/>
              <a:gd name="connsiteX2" fmla="*/ 2746856 w 2749048"/>
              <a:gd name="connsiteY2" fmla="*/ 1173704 h 1173704"/>
              <a:gd name="connsiteX3" fmla="*/ 0 w 2749048"/>
              <a:gd name="connsiteY3" fmla="*/ 1173703 h 1173704"/>
              <a:gd name="connsiteX4" fmla="*/ 777549 w 2749048"/>
              <a:gd name="connsiteY4" fmla="*/ 247923 h 1173704"/>
              <a:gd name="connsiteX0" fmla="*/ 777549 w 2749048"/>
              <a:gd name="connsiteY0" fmla="*/ 236018 h 1161799"/>
              <a:gd name="connsiteX1" fmla="*/ 2749048 w 2749048"/>
              <a:gd name="connsiteY1" fmla="*/ 0 h 1161799"/>
              <a:gd name="connsiteX2" fmla="*/ 2746856 w 2749048"/>
              <a:gd name="connsiteY2" fmla="*/ 1161799 h 1161799"/>
              <a:gd name="connsiteX3" fmla="*/ 0 w 2749048"/>
              <a:gd name="connsiteY3" fmla="*/ 1161798 h 1161799"/>
              <a:gd name="connsiteX4" fmla="*/ 777549 w 2749048"/>
              <a:gd name="connsiteY4" fmla="*/ 236018 h 1161799"/>
              <a:gd name="connsiteX0" fmla="*/ 777549 w 2749048"/>
              <a:gd name="connsiteY0" fmla="*/ 249701 h 1175482"/>
              <a:gd name="connsiteX1" fmla="*/ 2749048 w 2749048"/>
              <a:gd name="connsiteY1" fmla="*/ 13683 h 1175482"/>
              <a:gd name="connsiteX2" fmla="*/ 2746856 w 2749048"/>
              <a:gd name="connsiteY2" fmla="*/ 1175482 h 1175482"/>
              <a:gd name="connsiteX3" fmla="*/ 0 w 2749048"/>
              <a:gd name="connsiteY3" fmla="*/ 1175481 h 1175482"/>
              <a:gd name="connsiteX4" fmla="*/ 777549 w 2749048"/>
              <a:gd name="connsiteY4" fmla="*/ 249701 h 1175482"/>
              <a:gd name="connsiteX0" fmla="*/ 705042 w 2749048"/>
              <a:gd name="connsiteY0" fmla="*/ 287489 h 1164932"/>
              <a:gd name="connsiteX1" fmla="*/ 2749048 w 2749048"/>
              <a:gd name="connsiteY1" fmla="*/ 3133 h 1164932"/>
              <a:gd name="connsiteX2" fmla="*/ 2746856 w 2749048"/>
              <a:gd name="connsiteY2" fmla="*/ 1164932 h 1164932"/>
              <a:gd name="connsiteX3" fmla="*/ 0 w 2749048"/>
              <a:gd name="connsiteY3" fmla="*/ 1164931 h 1164932"/>
              <a:gd name="connsiteX4" fmla="*/ 705042 w 2749048"/>
              <a:gd name="connsiteY4" fmla="*/ 287489 h 1164932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  <a:gd name="connsiteX0" fmla="*/ 705042 w 2749048"/>
              <a:gd name="connsiteY0" fmla="*/ 287028 h 1164471"/>
              <a:gd name="connsiteX1" fmla="*/ 2749048 w 2749048"/>
              <a:gd name="connsiteY1" fmla="*/ 2672 h 1164471"/>
              <a:gd name="connsiteX2" fmla="*/ 2746856 w 2749048"/>
              <a:gd name="connsiteY2" fmla="*/ 1164471 h 1164471"/>
              <a:gd name="connsiteX3" fmla="*/ 0 w 2749048"/>
              <a:gd name="connsiteY3" fmla="*/ 1164470 h 1164471"/>
              <a:gd name="connsiteX4" fmla="*/ 705042 w 2749048"/>
              <a:gd name="connsiteY4" fmla="*/ 287028 h 1164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9048" h="1164471">
                <a:moveTo>
                  <a:pt x="705042" y="287028"/>
                </a:moveTo>
                <a:cubicBezTo>
                  <a:pt x="1276136" y="-40699"/>
                  <a:pt x="1430874" y="718"/>
                  <a:pt x="2749048" y="2672"/>
                </a:cubicBezTo>
                <a:cubicBezTo>
                  <a:pt x="2746975" y="385910"/>
                  <a:pt x="2748929" y="781233"/>
                  <a:pt x="2746856" y="1164471"/>
                </a:cubicBezTo>
                <a:lnTo>
                  <a:pt x="0" y="1164470"/>
                </a:lnTo>
                <a:cubicBezTo>
                  <a:pt x="72279" y="981530"/>
                  <a:pt x="318181" y="547107"/>
                  <a:pt x="705042" y="287028"/>
                </a:cubicBez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5948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ex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6DCFF2-EE6E-9547-8658-76814562D4F0}"/>
              </a:ext>
            </a:extLst>
          </p:cNvPr>
          <p:cNvSpPr/>
          <p:nvPr/>
        </p:nvSpPr>
        <p:spPr>
          <a:xfrm flipH="1" flipV="1">
            <a:off x="8110848" y="0"/>
            <a:ext cx="4081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4897851D-79BB-D247-9701-F5291AFB2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  <p:sp>
        <p:nvSpPr>
          <p:cNvPr id="38" name="Espace réservé du texte 3">
            <a:extLst>
              <a:ext uri="{FF2B5EF4-FFF2-40B4-BE49-F238E27FC236}">
                <a16:creationId xmlns:a16="http://schemas.microsoft.com/office/drawing/2014/main" id="{1CFD8882-BB35-6745-808B-C6B691432BE2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698385"/>
            <a:ext cx="4213603" cy="461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Annexes</a:t>
            </a:r>
          </a:p>
        </p:txBody>
      </p:sp>
      <p:sp>
        <p:nvSpPr>
          <p:cNvPr id="39" name="Espace réservé du texte 3">
            <a:extLst>
              <a:ext uri="{FF2B5EF4-FFF2-40B4-BE49-F238E27FC236}">
                <a16:creationId xmlns:a16="http://schemas.microsoft.com/office/drawing/2014/main" id="{2EC48B78-AB58-D64F-874C-D292033B8A35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78383" y="1474205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40" name="Espace réservé du texte 3">
            <a:extLst>
              <a:ext uri="{FF2B5EF4-FFF2-40B4-BE49-F238E27FC236}">
                <a16:creationId xmlns:a16="http://schemas.microsoft.com/office/drawing/2014/main" id="{CA620C4C-1DD7-1C4D-8BC2-952C9A3E9949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8829008" y="4717298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EQUADIS</a:t>
            </a:r>
          </a:p>
        </p:txBody>
      </p:sp>
      <p:sp>
        <p:nvSpPr>
          <p:cNvPr id="41" name="Espace réservé du texte 3">
            <a:extLst>
              <a:ext uri="{FF2B5EF4-FFF2-40B4-BE49-F238E27FC236}">
                <a16:creationId xmlns:a16="http://schemas.microsoft.com/office/drawing/2014/main" id="{8D68A7F2-991C-9B4D-AD97-35A151255CC7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8829008" y="5366227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ADRESSE</a:t>
            </a:r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EBDFFF32-D392-7B4E-9740-FAB9746290B1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8829008" y="5700524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CONTACT</a:t>
            </a:r>
          </a:p>
        </p:txBody>
      </p:sp>
      <p:sp>
        <p:nvSpPr>
          <p:cNvPr id="45" name="Espace réservé du texte 3">
            <a:extLst>
              <a:ext uri="{FF2B5EF4-FFF2-40B4-BE49-F238E27FC236}">
                <a16:creationId xmlns:a16="http://schemas.microsoft.com/office/drawing/2014/main" id="{C87F0BD0-A001-3C4A-81CC-3B8613667F5C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829008" y="6322641"/>
            <a:ext cx="2932005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 u="sng">
                <a:solidFill>
                  <a:schemeClr val="accent6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EQUADIS.COM</a:t>
            </a:r>
          </a:p>
        </p:txBody>
      </p:sp>
      <p:sp>
        <p:nvSpPr>
          <p:cNvPr id="46" name="Espace réservé du texte 3">
            <a:extLst>
              <a:ext uri="{FF2B5EF4-FFF2-40B4-BE49-F238E27FC236}">
                <a16:creationId xmlns:a16="http://schemas.microsoft.com/office/drawing/2014/main" id="{EAA90A6D-3D67-614C-B3EE-73E3FB6180A6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1070262" y="2920250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Première annexe</a:t>
            </a:r>
            <a:endParaRPr lang="fr-FR" dirty="0"/>
          </a:p>
        </p:txBody>
      </p:sp>
      <p:sp>
        <p:nvSpPr>
          <p:cNvPr id="47" name="Espace réservé du texte 3">
            <a:extLst>
              <a:ext uri="{FF2B5EF4-FFF2-40B4-BE49-F238E27FC236}">
                <a16:creationId xmlns:a16="http://schemas.microsoft.com/office/drawing/2014/main" id="{1746216F-738D-7A43-8BF2-8632637C786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070262" y="3583748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Deuxième annexe</a:t>
            </a:r>
            <a:endParaRPr lang="fr-FR" dirty="0"/>
          </a:p>
        </p:txBody>
      </p:sp>
      <p:sp>
        <p:nvSpPr>
          <p:cNvPr id="48" name="Espace réservé du texte 3">
            <a:extLst>
              <a:ext uri="{FF2B5EF4-FFF2-40B4-BE49-F238E27FC236}">
                <a16:creationId xmlns:a16="http://schemas.microsoft.com/office/drawing/2014/main" id="{33C34A26-BEA6-2248-B359-6F8C29A18DAB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1070262" y="4247245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Troisième annexe</a:t>
            </a:r>
            <a:endParaRPr lang="fr-FR" dirty="0"/>
          </a:p>
        </p:txBody>
      </p:sp>
      <p:sp>
        <p:nvSpPr>
          <p:cNvPr id="49" name="Espace réservé du texte 3">
            <a:extLst>
              <a:ext uri="{FF2B5EF4-FFF2-40B4-BE49-F238E27FC236}">
                <a16:creationId xmlns:a16="http://schemas.microsoft.com/office/drawing/2014/main" id="{D55FBD1A-3557-BB47-89D5-A3FAC17D9D03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226929" y="2920250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Quatrième annexe</a:t>
            </a:r>
            <a:endParaRPr lang="fr-FR" dirty="0"/>
          </a:p>
        </p:txBody>
      </p:sp>
      <p:sp>
        <p:nvSpPr>
          <p:cNvPr id="50" name="Espace réservé du texte 3">
            <a:extLst>
              <a:ext uri="{FF2B5EF4-FFF2-40B4-BE49-F238E27FC236}">
                <a16:creationId xmlns:a16="http://schemas.microsoft.com/office/drawing/2014/main" id="{91EEE574-9E74-2B42-A102-78131348EB81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4226929" y="3583748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Cinquième annexe</a:t>
            </a:r>
            <a:endParaRPr lang="fr-FR" dirty="0"/>
          </a:p>
        </p:txBody>
      </p:sp>
      <p:sp>
        <p:nvSpPr>
          <p:cNvPr id="51" name="Espace réservé du texte 3">
            <a:extLst>
              <a:ext uri="{FF2B5EF4-FFF2-40B4-BE49-F238E27FC236}">
                <a16:creationId xmlns:a16="http://schemas.microsoft.com/office/drawing/2014/main" id="{91AE0472-D969-274C-86FD-5A56BFC6AD2E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26929" y="4247245"/>
            <a:ext cx="2921636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3"/>
              </a:buBlip>
              <a:defRPr sz="1600" b="0" i="0" u="sng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Sixième annexe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3780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u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5A91E198-6BA1-914F-82AC-2E7BD14CB7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03938" y="22699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première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2888B9B5-9144-A24B-96EB-F90E55798BF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203440" y="22699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AFA60567-0DB6-4648-822F-B0659244EB7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938" y="35145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deuxième</a:t>
            </a:r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EAD5EF80-22BB-5044-A241-EE1331AB2B5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7203440" y="35145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F51869BE-F6F1-8243-92FB-6D80C215F26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403938" y="4759144"/>
            <a:ext cx="5799502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571500" indent="-571500">
              <a:lnSpc>
                <a:spcPct val="100000"/>
              </a:lnSpc>
              <a:buFontTx/>
              <a:buBlip>
                <a:blip r:embed="rId2"/>
              </a:buBlip>
              <a:defRPr sz="36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Intégrer la troisième</a:t>
            </a: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A50E2A09-839E-B140-B408-FB55FADB7B9C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203440" y="4759144"/>
            <a:ext cx="4062323" cy="8509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3600" b="0" i="1">
                <a:solidFill>
                  <a:schemeClr val="accent4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B4BC6FD-303A-9A9F-BA65-A70E632273B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6DA0420F-C186-5B80-9A14-C92967C8C381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6708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 d'idé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A86C035D-E04F-454F-9F10-C7706BB01C4B}"/>
              </a:ext>
            </a:extLst>
          </p:cNvPr>
          <p:cNvSpPr>
            <a:spLocks noChangeAspect="1"/>
          </p:cNvSpPr>
          <p:nvPr/>
        </p:nvSpPr>
        <p:spPr>
          <a:xfrm flipH="1">
            <a:off x="6346905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 : avec coin arrondi 7">
            <a:extLst>
              <a:ext uri="{FF2B5EF4-FFF2-40B4-BE49-F238E27FC236}">
                <a16:creationId xmlns:a16="http://schemas.microsoft.com/office/drawing/2014/main" id="{51E706D6-C2B6-5D42-ACEE-F5B2EC2D3FB8}"/>
              </a:ext>
            </a:extLst>
          </p:cNvPr>
          <p:cNvSpPr>
            <a:spLocks noChangeAspect="1"/>
          </p:cNvSpPr>
          <p:nvPr/>
        </p:nvSpPr>
        <p:spPr>
          <a:xfrm>
            <a:off x="1" y="1051560"/>
            <a:ext cx="5845093" cy="5806440"/>
          </a:xfrm>
          <a:prstGeom prst="round1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Espace réservé du texte 2">
            <a:extLst>
              <a:ext uri="{FF2B5EF4-FFF2-40B4-BE49-F238E27FC236}">
                <a16:creationId xmlns:a16="http://schemas.microsoft.com/office/drawing/2014/main" id="{141A2B64-E14B-B84B-8776-4C8EED0D9A1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70425" y="2832995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6" name="Espace réservé du texte 2">
            <a:extLst>
              <a:ext uri="{FF2B5EF4-FFF2-40B4-BE49-F238E27FC236}">
                <a16:creationId xmlns:a16="http://schemas.microsoft.com/office/drawing/2014/main" id="{66B7D34B-8C10-EF44-A921-FFDACE5E141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10570" y="3860097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7" name="Espace réservé du texte 2">
            <a:extLst>
              <a:ext uri="{FF2B5EF4-FFF2-40B4-BE49-F238E27FC236}">
                <a16:creationId xmlns:a16="http://schemas.microsoft.com/office/drawing/2014/main" id="{C4C35B1F-85F0-734F-B3C3-42FE7E7C59F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060358" y="4316108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8" name="Espace réservé du texte 2">
            <a:extLst>
              <a:ext uri="{FF2B5EF4-FFF2-40B4-BE49-F238E27FC236}">
                <a16:creationId xmlns:a16="http://schemas.microsoft.com/office/drawing/2014/main" id="{9D6BE1A6-A41E-9543-A5A5-08C8C486E0D7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29032" y="5118996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49" name="Espace réservé du texte 2">
            <a:extLst>
              <a:ext uri="{FF2B5EF4-FFF2-40B4-BE49-F238E27FC236}">
                <a16:creationId xmlns:a16="http://schemas.microsoft.com/office/drawing/2014/main" id="{1A644CBA-C249-4C4C-B0E0-A0FC999B111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3383743" y="5675065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1" name="Espace réservé du texte 2">
            <a:extLst>
              <a:ext uri="{FF2B5EF4-FFF2-40B4-BE49-F238E27FC236}">
                <a16:creationId xmlns:a16="http://schemas.microsoft.com/office/drawing/2014/main" id="{49D48AEF-5019-6644-8750-2289337F304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739938" y="2688029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2" name="Espace réservé du texte 2">
            <a:extLst>
              <a:ext uri="{FF2B5EF4-FFF2-40B4-BE49-F238E27FC236}">
                <a16:creationId xmlns:a16="http://schemas.microsoft.com/office/drawing/2014/main" id="{45644C21-7E46-AB47-80B8-7A9AF40FB58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42065" y="3669336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4" name="Espace réservé du texte 2">
            <a:extLst>
              <a:ext uri="{FF2B5EF4-FFF2-40B4-BE49-F238E27FC236}">
                <a16:creationId xmlns:a16="http://schemas.microsoft.com/office/drawing/2014/main" id="{76D14361-97B2-DA4E-928F-732BCF021FA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17997" y="4260351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5" name="Espace réservé du texte 2">
            <a:extLst>
              <a:ext uri="{FF2B5EF4-FFF2-40B4-BE49-F238E27FC236}">
                <a16:creationId xmlns:a16="http://schemas.microsoft.com/office/drawing/2014/main" id="{970DF20D-952B-924A-9959-C0BC7D42B9F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41704" y="5163600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56" name="Espace réservé du texte 2">
            <a:extLst>
              <a:ext uri="{FF2B5EF4-FFF2-40B4-BE49-F238E27FC236}">
                <a16:creationId xmlns:a16="http://schemas.microsoft.com/office/drawing/2014/main" id="{953D88FB-4A3C-0F4B-8D84-9A257741370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739938" y="5741329"/>
            <a:ext cx="2182396" cy="98340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Idée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04313CD3-31CD-9EB6-8562-CA56EC3E8CF1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EA7E1BC-7BE1-D140-6365-0A734842C283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B0B699E-3731-A50D-9CC5-685E86E7E27C}"/>
              </a:ext>
            </a:extLst>
          </p:cNvPr>
          <p:cNvSpPr/>
          <p:nvPr/>
        </p:nvSpPr>
        <p:spPr>
          <a:xfrm>
            <a:off x="0" y="1631564"/>
            <a:ext cx="1119225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" name="Parallélogramme 4">
            <a:extLst>
              <a:ext uri="{FF2B5EF4-FFF2-40B4-BE49-F238E27FC236}">
                <a16:creationId xmlns:a16="http://schemas.microsoft.com/office/drawing/2014/main" id="{B12260CE-93A1-4F57-DAD3-1210A5A7D511}"/>
              </a:ext>
            </a:extLst>
          </p:cNvPr>
          <p:cNvSpPr/>
          <p:nvPr/>
        </p:nvSpPr>
        <p:spPr>
          <a:xfrm>
            <a:off x="6346905" y="1632184"/>
            <a:ext cx="1119227" cy="788372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2D40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0" name="Graphique 9" descr="Pouce en bas avec un remplissage uni">
            <a:extLst>
              <a:ext uri="{FF2B5EF4-FFF2-40B4-BE49-F238E27FC236}">
                <a16:creationId xmlns:a16="http://schemas.microsoft.com/office/drawing/2014/main" id="{2AE2D1C1-036E-5BB6-1485-5AAD53983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4668" y="1749259"/>
            <a:ext cx="403702" cy="403702"/>
          </a:xfrm>
          <a:prstGeom prst="rect">
            <a:avLst/>
          </a:prstGeom>
        </p:spPr>
      </p:pic>
      <p:pic>
        <p:nvPicPr>
          <p:cNvPr id="11" name="Graphique 10" descr="Pouce en bas avec un remplissage uni">
            <a:extLst>
              <a:ext uri="{FF2B5EF4-FFF2-40B4-BE49-F238E27FC236}">
                <a16:creationId xmlns:a16="http://schemas.microsoft.com/office/drawing/2014/main" id="{AD4D75F4-F535-98B3-6B23-A39C3CEBD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969065">
            <a:off x="357761" y="1758938"/>
            <a:ext cx="403702" cy="4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52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ces +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D867E84-22B8-AB45-9141-E5A26D3307E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93618" y="1882284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Première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D4D4EBAE-8AED-404A-B7AC-C18989B614F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93618" y="2781840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Deuxième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AD49B72B-43D1-B242-828A-FC05F8B4F75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93618" y="3681396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Troisième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74AF8B2C-4EDB-C742-BFCB-F59A4A34FCC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193618" y="4580952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Quatrième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528D0BE1-8FF6-8A41-9B4C-739F5AEC2E4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93618" y="5480508"/>
            <a:ext cx="5245419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Cinquième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678B4BF-934A-3DE5-2389-E2902A16D8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75100"/>
            <a:ext cx="3976688" cy="2882900"/>
          </a:xfrm>
          <a:prstGeom prst="round1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7B76166-043F-285B-AEDB-07CC3E2F549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DD645CF-6F2A-68B1-688C-4061DFFD573A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5288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7678B4BF-934A-3DE5-2389-E2902A16D8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975100"/>
            <a:ext cx="3976688" cy="2882900"/>
          </a:xfrm>
          <a:prstGeom prst="round1Rect">
            <a:avLst/>
          </a:prstGeo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3F70CE-DBB8-A65A-88A2-E3C700841FD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193618" y="1882284"/>
            <a:ext cx="5245419" cy="39946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4AAD7BA3-6B5E-1789-ACAC-FE5D5C68A58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54D2E5-07B7-D7B2-9C9A-61D055A6DD8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98699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puc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sp>
        <p:nvSpPr>
          <p:cNvPr id="35" name="Espace réservé du texte 2">
            <a:extLst>
              <a:ext uri="{FF2B5EF4-FFF2-40B4-BE49-F238E27FC236}">
                <a16:creationId xmlns:a16="http://schemas.microsoft.com/office/drawing/2014/main" id="{5E0E0689-C371-3F47-96E8-1C68DA1771A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989960" y="2979779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Première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7" name="Espace réservé du texte 2">
            <a:extLst>
              <a:ext uri="{FF2B5EF4-FFF2-40B4-BE49-F238E27FC236}">
                <a16:creationId xmlns:a16="http://schemas.microsoft.com/office/drawing/2014/main" id="{76B593AA-E651-5245-9936-5F67D97F907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989960" y="4158702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Deuxième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8" name="Espace réservé du texte 2">
            <a:extLst>
              <a:ext uri="{FF2B5EF4-FFF2-40B4-BE49-F238E27FC236}">
                <a16:creationId xmlns:a16="http://schemas.microsoft.com/office/drawing/2014/main" id="{CE295190-52A3-A649-8745-61115FD80F7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89960" y="5337625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Troisième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316E3E27-DF2C-4D40-837B-1A059D4EA404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250461" y="2979779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Quatrième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08DCD789-956B-5449-B8F1-A45D5DFF63F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7250461" y="4158702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Cinquième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10F820B0-103F-7F4B-80AD-72D33A557D4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7250461" y="5337625"/>
            <a:ext cx="4105106" cy="293196"/>
          </a:xfrm>
          <a:prstGeom prst="rect">
            <a:avLst/>
          </a:prstGeom>
        </p:spPr>
        <p:txBody>
          <a:bodyPr anchor="t">
            <a:noAutofit/>
          </a:bodyPr>
          <a:lstStyle>
            <a:lvl1pPr marL="342900" indent="-342900" algn="l">
              <a:lnSpc>
                <a:spcPct val="100000"/>
              </a:lnSpc>
              <a:buFont typeface="+mj-lt"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342900" indent="-342900">
              <a:buBlip>
                <a:blip r:embed="rId2"/>
              </a:buBlip>
            </a:pPr>
            <a:r>
              <a:rPr lang="fr-FR" sz="1600" dirty="0">
                <a:solidFill>
                  <a:srgbClr val="081E32"/>
                </a:solidFill>
                <a:latin typeface="PolySans Slim" pitchFamily="2" charset="77"/>
                <a:ea typeface="+mn-lt"/>
                <a:cs typeface="+mn-lt"/>
              </a:rPr>
              <a:t>Sixième idée</a:t>
            </a:r>
            <a:endParaRPr lang="fr-FR" sz="1600" dirty="0">
              <a:solidFill>
                <a:srgbClr val="081E32"/>
              </a:solidFill>
              <a:latin typeface="PolySans Slim" pitchFamily="2" charset="77"/>
            </a:endParaRP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E42FBE79-9CE3-E41C-FDC8-72E68E22103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92E421F-B582-0086-432D-553631B7902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0247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ACE2F-B5B4-F2C2-DA24-77C83BCA0BA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27943" y="2979778"/>
            <a:ext cx="10827445" cy="335451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7DE3A9A-8464-5976-F710-F684EE975EA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613278-2348-E01E-E3D6-1C6058B8FEA2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677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hamp lib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35942557-F942-7D4A-8A36-63225AAA6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8056" y="1823636"/>
            <a:ext cx="6061003" cy="8509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3200" b="0" i="0">
                <a:solidFill>
                  <a:schemeClr val="accent4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Titre de la section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FDA5FDC-EE59-0A4C-88B0-375FB89031B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78594" y1="42918" x2="78594" y2="42918"/>
                        <a14:foregroundMark x1="79531" y1="58074" x2="79531" y2="58074"/>
                        <a14:foregroundMark x1="72031" y1="69405" x2="72031" y2="69405"/>
                        <a14:foregroundMark x1="60469" y1="78329" x2="60469" y2="78329"/>
                        <a14:foregroundMark x1="50313" y1="48442" x2="50313" y2="4844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11089" y="6206118"/>
            <a:ext cx="286304" cy="315829"/>
          </a:xfrm>
          <a:prstGeom prst="rect">
            <a:avLst/>
          </a:prstGeom>
          <a:noFill/>
        </p:spPr>
      </p:pic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35D9178E-F179-0641-BC80-B164FBAE954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016976" y="5771821"/>
            <a:ext cx="2260769" cy="42080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Mois de l’année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9AA0886-5531-B144-A530-6BFE5D2FE466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16977" y="6139956"/>
            <a:ext cx="1680416" cy="42080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sz="2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Année</a:t>
            </a:r>
          </a:p>
        </p:txBody>
      </p:sp>
    </p:spTree>
    <p:extLst>
      <p:ext uri="{BB962C8B-B14F-4D97-AF65-F5344CB8AC3E}">
        <p14:creationId xmlns:p14="http://schemas.microsoft.com/office/powerpoint/2010/main" val="959426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s + 2 puc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44" name="Espace réservé du texte 3">
            <a:extLst>
              <a:ext uri="{FF2B5EF4-FFF2-40B4-BE49-F238E27FC236}">
                <a16:creationId xmlns:a16="http://schemas.microsoft.com/office/drawing/2014/main" id="{93C80F88-C549-9F42-A09C-B54F164BAEB9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1744874" y="4666516"/>
            <a:ext cx="2141326" cy="874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47" name="Parallélogramme 4">
            <a:extLst>
              <a:ext uri="{FF2B5EF4-FFF2-40B4-BE49-F238E27FC236}">
                <a16:creationId xmlns:a16="http://schemas.microsoft.com/office/drawing/2014/main" id="{A999FA6F-4401-644F-8D01-188AEF550425}"/>
              </a:ext>
            </a:extLst>
          </p:cNvPr>
          <p:cNvSpPr/>
          <p:nvPr/>
        </p:nvSpPr>
        <p:spPr>
          <a:xfrm>
            <a:off x="898483" y="4729414"/>
            <a:ext cx="669993" cy="471937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48" name="Espace réservé du texte 3">
            <a:extLst>
              <a:ext uri="{FF2B5EF4-FFF2-40B4-BE49-F238E27FC236}">
                <a16:creationId xmlns:a16="http://schemas.microsoft.com/office/drawing/2014/main" id="{EF1C29B9-B5B4-CF44-BB27-636D83D6B41C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5402474" y="4666516"/>
            <a:ext cx="2141326" cy="874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49" name="Parallélogramme 4">
            <a:extLst>
              <a:ext uri="{FF2B5EF4-FFF2-40B4-BE49-F238E27FC236}">
                <a16:creationId xmlns:a16="http://schemas.microsoft.com/office/drawing/2014/main" id="{6C7D5CCA-8B8D-0944-808F-78B4B2CB0F42}"/>
              </a:ext>
            </a:extLst>
          </p:cNvPr>
          <p:cNvSpPr/>
          <p:nvPr/>
        </p:nvSpPr>
        <p:spPr>
          <a:xfrm>
            <a:off x="4556083" y="4729414"/>
            <a:ext cx="669993" cy="471937"/>
          </a:xfrm>
          <a:custGeom>
            <a:avLst/>
            <a:gdLst>
              <a:gd name="connsiteX0" fmla="*/ 0 w 4826000"/>
              <a:gd name="connsiteY0" fmla="*/ 2133600 h 2133600"/>
              <a:gd name="connsiteX1" fmla="*/ 533400 w 4826000"/>
              <a:gd name="connsiteY1" fmla="*/ 0 h 2133600"/>
              <a:gd name="connsiteX2" fmla="*/ 4826000 w 4826000"/>
              <a:gd name="connsiteY2" fmla="*/ 0 h 2133600"/>
              <a:gd name="connsiteX3" fmla="*/ 4292600 w 4826000"/>
              <a:gd name="connsiteY3" fmla="*/ 2133600 h 2133600"/>
              <a:gd name="connsiteX4" fmla="*/ 0 w 4826000"/>
              <a:gd name="connsiteY4" fmla="*/ 2133600 h 2133600"/>
              <a:gd name="connsiteX0" fmla="*/ 0 w 4826000"/>
              <a:gd name="connsiteY0" fmla="*/ 2857500 h 2857500"/>
              <a:gd name="connsiteX1" fmla="*/ 533400 w 4826000"/>
              <a:gd name="connsiteY1" fmla="*/ 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826000"/>
              <a:gd name="connsiteY0" fmla="*/ 2857500 h 2857500"/>
              <a:gd name="connsiteX1" fmla="*/ 0 w 4826000"/>
              <a:gd name="connsiteY1" fmla="*/ 558800 h 2857500"/>
              <a:gd name="connsiteX2" fmla="*/ 4826000 w 4826000"/>
              <a:gd name="connsiteY2" fmla="*/ 0 h 2857500"/>
              <a:gd name="connsiteX3" fmla="*/ 4292600 w 4826000"/>
              <a:gd name="connsiteY3" fmla="*/ 2133600 h 2857500"/>
              <a:gd name="connsiteX4" fmla="*/ 0 w 4826000"/>
              <a:gd name="connsiteY4" fmla="*/ 2857500 h 2857500"/>
              <a:gd name="connsiteX0" fmla="*/ 0 w 4318635"/>
              <a:gd name="connsiteY0" fmla="*/ 2857500 h 2857500"/>
              <a:gd name="connsiteX1" fmla="*/ 0 w 4318635"/>
              <a:gd name="connsiteY1" fmla="*/ 558800 h 2857500"/>
              <a:gd name="connsiteX2" fmla="*/ 4318635 w 4318635"/>
              <a:gd name="connsiteY2" fmla="*/ 0 h 2857500"/>
              <a:gd name="connsiteX3" fmla="*/ 4292600 w 4318635"/>
              <a:gd name="connsiteY3" fmla="*/ 2133600 h 2857500"/>
              <a:gd name="connsiteX4" fmla="*/ 0 w 4318635"/>
              <a:gd name="connsiteY4" fmla="*/ 2857500 h 285750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292600 w 4318635"/>
              <a:gd name="connsiteY3" fmla="*/ 2135280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1639909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  <a:gd name="connsiteX0" fmla="*/ 0 w 4318635"/>
              <a:gd name="connsiteY0" fmla="*/ 2859180 h 2859180"/>
              <a:gd name="connsiteX1" fmla="*/ 0 w 4318635"/>
              <a:gd name="connsiteY1" fmla="*/ 560480 h 2859180"/>
              <a:gd name="connsiteX2" fmla="*/ 4318635 w 4318635"/>
              <a:gd name="connsiteY2" fmla="*/ 1680 h 2859180"/>
              <a:gd name="connsiteX3" fmla="*/ 4318635 w 4318635"/>
              <a:gd name="connsiteY3" fmla="*/ 2097175 h 2859180"/>
              <a:gd name="connsiteX4" fmla="*/ 0 w 4318635"/>
              <a:gd name="connsiteY4" fmla="*/ 2859180 h 285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18635" h="2859180">
                <a:moveTo>
                  <a:pt x="0" y="2859180"/>
                </a:moveTo>
                <a:lnTo>
                  <a:pt x="0" y="560480"/>
                </a:lnTo>
                <a:cubicBezTo>
                  <a:pt x="1595967" y="-95687"/>
                  <a:pt x="2913168" y="10147"/>
                  <a:pt x="4318635" y="1680"/>
                </a:cubicBezTo>
                <a:lnTo>
                  <a:pt x="4318635" y="2097175"/>
                </a:lnTo>
                <a:cubicBezTo>
                  <a:pt x="2282190" y="2033632"/>
                  <a:pt x="1693545" y="2020896"/>
                  <a:pt x="0" y="2859180"/>
                </a:cubicBezTo>
                <a:close/>
              </a:path>
            </a:pathLst>
          </a:cu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9E5E3FE6-5510-D9A6-8E82-64B58E619F1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C6E1F9D0-F720-5652-DA6F-9B199F2E2A25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05575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4" name="Espace réservé du texte 3">
            <a:extLst>
              <a:ext uri="{FF2B5EF4-FFF2-40B4-BE49-F238E27FC236}">
                <a16:creationId xmlns:a16="http://schemas.microsoft.com/office/drawing/2014/main" id="{EAEB2FDE-1262-CA4A-A810-64FCD53515D8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78385" y="3745167"/>
            <a:ext cx="4061206" cy="14561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Lorem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ipsum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dolor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amet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consectetur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adipiscing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. </a:t>
            </a:r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 Sed libero </a:t>
            </a:r>
            <a:r>
              <a:rPr lang="fr-FR" dirty="0" err="1">
                <a:effectLst/>
              </a:rPr>
              <a:t>ac</a:t>
            </a:r>
            <a:r>
              <a:rPr lang="fr-FR" dirty="0">
                <a:effectLst/>
              </a:rPr>
              <a:t> nunc semper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morbi</a:t>
            </a:r>
            <a:r>
              <a:rPr lang="fr-FR" dirty="0">
                <a:effectLst/>
              </a:rPr>
              <a:t>. In </a:t>
            </a:r>
            <a:r>
              <a:rPr lang="fr-FR" dirty="0" err="1">
                <a:effectLst/>
              </a:rPr>
              <a:t>porttitor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pellentesque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lectus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aliquet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maecenas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arcu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15" name="Arc plein 14">
            <a:extLst>
              <a:ext uri="{FF2B5EF4-FFF2-40B4-BE49-F238E27FC236}">
                <a16:creationId xmlns:a16="http://schemas.microsoft.com/office/drawing/2014/main" id="{7228B3E4-AC24-E248-A03D-8DE7ADC53673}"/>
              </a:ext>
            </a:extLst>
          </p:cNvPr>
          <p:cNvSpPr/>
          <p:nvPr/>
        </p:nvSpPr>
        <p:spPr>
          <a:xfrm>
            <a:off x="9684129" y="4145973"/>
            <a:ext cx="4601604" cy="4946073"/>
          </a:xfrm>
          <a:prstGeom prst="blockArc">
            <a:avLst>
              <a:gd name="adj1" fmla="val 10800000"/>
              <a:gd name="adj2" fmla="val 16200000"/>
              <a:gd name="adj3" fmla="val 12234"/>
            </a:avLst>
          </a:prstGeom>
          <a:solidFill>
            <a:srgbClr val="58EA9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DE27F9F-6599-D5F6-7BAB-2BA4D736C46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7775BC3-F307-3DDC-248E-FDF18E5E4154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291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+ 6 puc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A3F60079-DDEC-8D47-BFEA-19CE4D152101}"/>
              </a:ext>
            </a:extLst>
          </p:cNvPr>
          <p:cNvSpPr>
            <a:spLocks noGrp="1"/>
          </p:cNvSpPr>
          <p:nvPr>
            <p:ph type="body" sz="half" idx="12" hasCustomPrompt="1"/>
          </p:nvPr>
        </p:nvSpPr>
        <p:spPr>
          <a:xfrm>
            <a:off x="978383" y="1656649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3" y="1799509"/>
            <a:ext cx="4213603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978383" y="2432909"/>
            <a:ext cx="4355617" cy="6799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54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1580DBA0-B23F-6E4B-AB79-E29F4929ADDB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6434203" y="210189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Première idée</a:t>
            </a:r>
            <a:endParaRPr lang="fr-FR" dirty="0"/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41FE0BF9-C348-6D41-928A-0E2415374CB9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434203" y="2835918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Deuxième idée</a:t>
            </a:r>
            <a:endParaRPr lang="fr-FR" dirty="0"/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1FDFFDA9-EA01-0C47-8CAD-64C12208DE0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434203" y="356994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Troisième idée</a:t>
            </a:r>
            <a:endParaRPr lang="fr-FR" dirty="0"/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918C96BC-094A-384B-999C-863FB9BF32EF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6434203" y="4303968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Quatrième idée</a:t>
            </a:r>
            <a:endParaRPr lang="fr-FR" dirty="0"/>
          </a:p>
        </p:txBody>
      </p:sp>
      <p:sp>
        <p:nvSpPr>
          <p:cNvPr id="36" name="Espace réservé du texte 3">
            <a:extLst>
              <a:ext uri="{FF2B5EF4-FFF2-40B4-BE49-F238E27FC236}">
                <a16:creationId xmlns:a16="http://schemas.microsoft.com/office/drawing/2014/main" id="{C708D842-785F-6D44-BB4B-DF345907F7DB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6434203" y="5037993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Cinquième idée</a:t>
            </a:r>
            <a:endParaRPr lang="fr-FR" dirty="0"/>
          </a:p>
        </p:txBody>
      </p:sp>
      <p:sp>
        <p:nvSpPr>
          <p:cNvPr id="37" name="Espace réservé du texte 3">
            <a:extLst>
              <a:ext uri="{FF2B5EF4-FFF2-40B4-BE49-F238E27FC236}">
                <a16:creationId xmlns:a16="http://schemas.microsoft.com/office/drawing/2014/main" id="{D2F2CD48-E0D6-AF4C-B907-085290AAA54C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434203" y="5772020"/>
            <a:ext cx="4142359" cy="281265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>
                <a:effectLst/>
              </a:rPr>
              <a:t>Sixième idée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29ACC56-BB09-905B-53B7-A17FE23DEBBE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9134D621-E8BB-3B7B-1C44-4C66DBA34B18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20714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nd titre + conten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texte 3">
            <a:extLst>
              <a:ext uri="{FF2B5EF4-FFF2-40B4-BE49-F238E27FC236}">
                <a16:creationId xmlns:a16="http://schemas.microsoft.com/office/drawing/2014/main" id="{7A0116F0-5088-824C-926E-32F829148208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978382" y="1799509"/>
            <a:ext cx="5264373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Lorem</a:t>
            </a:r>
            <a:r>
              <a:rPr lang="fr-FR" dirty="0"/>
              <a:t> </a:t>
            </a:r>
            <a:r>
              <a:rPr lang="fr-FR" dirty="0" err="1"/>
              <a:t>ips</a:t>
            </a:r>
            <a:r>
              <a:rPr lang="fr-FR" dirty="0"/>
              <a:t> </a:t>
            </a:r>
            <a:r>
              <a:rPr lang="fr-FR" dirty="0" err="1"/>
              <a:t>um</a:t>
            </a:r>
            <a:endParaRPr lang="fr-FR" dirty="0"/>
          </a:p>
        </p:txBody>
      </p:sp>
      <p:sp>
        <p:nvSpPr>
          <p:cNvPr id="43" name="Espace réservé du texte 3">
            <a:extLst>
              <a:ext uri="{FF2B5EF4-FFF2-40B4-BE49-F238E27FC236}">
                <a16:creationId xmlns:a16="http://schemas.microsoft.com/office/drawing/2014/main" id="{474C672B-4F1C-C649-B484-4C9BA650C33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2472268" y="2684518"/>
            <a:ext cx="3770488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dolor</a:t>
            </a:r>
            <a:endParaRPr lang="fr-FR" dirty="0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C5281896-48CE-7446-9A3A-7F8486C08E51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978382" y="3542631"/>
            <a:ext cx="3770488" cy="10001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000"/>
              </a:lnSpc>
              <a:buNone/>
              <a:defRPr sz="7200" b="0" i="1">
                <a:solidFill>
                  <a:schemeClr val="tx1"/>
                </a:solidFill>
                <a:latin typeface="Degular Medium Italic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/>
              <a:t>amet</a:t>
            </a:r>
            <a:endParaRPr lang="fr-FR" dirty="0"/>
          </a:p>
        </p:txBody>
      </p: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C5BCF70F-D3B8-214E-AD75-C2EE0247EC9F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6242755" y="3293955"/>
            <a:ext cx="4213603" cy="27008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0" i="0">
                <a:solidFill>
                  <a:schemeClr val="accent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SUR-TITRE</a:t>
            </a:r>
          </a:p>
        </p:txBody>
      </p:sp>
      <p:sp>
        <p:nvSpPr>
          <p:cNvPr id="16" name="Espace réservé du texte 3">
            <a:extLst>
              <a:ext uri="{FF2B5EF4-FFF2-40B4-BE49-F238E27FC236}">
                <a16:creationId xmlns:a16="http://schemas.microsoft.com/office/drawing/2014/main" id="{BFEBFBBA-35CD-3843-9B94-7A1293DACDA1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6242757" y="3745167"/>
            <a:ext cx="4061206" cy="14561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None/>
              <a:defRPr sz="1400" b="0" i="0">
                <a:solidFill>
                  <a:schemeClr val="tx1"/>
                </a:solidFill>
                <a:latin typeface="PolySans Slim" pitchFamily="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 err="1">
                <a:effectLst/>
              </a:rPr>
              <a:t>Lorem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ipsum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dolor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amet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consectetur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adipiscing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. </a:t>
            </a:r>
            <a:r>
              <a:rPr lang="fr-FR" dirty="0" err="1">
                <a:effectLst/>
              </a:rPr>
              <a:t>Commodo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justo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enim</a:t>
            </a:r>
            <a:r>
              <a:rPr lang="fr-FR" dirty="0">
                <a:effectLst/>
              </a:rPr>
              <a:t> ut </a:t>
            </a:r>
            <a:r>
              <a:rPr lang="fr-FR" dirty="0" err="1">
                <a:effectLst/>
              </a:rPr>
              <a:t>tellus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neque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sit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aenean</a:t>
            </a:r>
            <a:r>
              <a:rPr lang="fr-FR" dirty="0">
                <a:effectLst/>
              </a:rPr>
              <a:t>. Tellus vitae ut </a:t>
            </a:r>
            <a:r>
              <a:rPr lang="fr-FR" dirty="0" err="1">
                <a:effectLst/>
              </a:rPr>
              <a:t>molestie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. Sed libero </a:t>
            </a:r>
            <a:r>
              <a:rPr lang="fr-FR" dirty="0" err="1">
                <a:effectLst/>
              </a:rPr>
              <a:t>ac</a:t>
            </a:r>
            <a:r>
              <a:rPr lang="fr-FR" dirty="0">
                <a:effectLst/>
              </a:rPr>
              <a:t> nunc semper </a:t>
            </a:r>
            <a:r>
              <a:rPr lang="fr-FR" dirty="0" err="1">
                <a:effectLst/>
              </a:rPr>
              <a:t>facilisis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morbi</a:t>
            </a:r>
            <a:r>
              <a:rPr lang="fr-FR" dirty="0">
                <a:effectLst/>
              </a:rPr>
              <a:t>. In </a:t>
            </a:r>
            <a:r>
              <a:rPr lang="fr-FR" dirty="0" err="1">
                <a:effectLst/>
              </a:rPr>
              <a:t>porttitor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pellentesque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lectus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, </a:t>
            </a:r>
            <a:r>
              <a:rPr lang="fr-FR" dirty="0" err="1">
                <a:effectLst/>
              </a:rPr>
              <a:t>aliquet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maecenas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elit</a:t>
            </a:r>
            <a:r>
              <a:rPr lang="fr-FR" dirty="0">
                <a:effectLst/>
              </a:rPr>
              <a:t> </a:t>
            </a:r>
            <a:r>
              <a:rPr lang="fr-FR" dirty="0" err="1">
                <a:effectLst/>
              </a:rPr>
              <a:t>arcu</a:t>
            </a:r>
            <a:r>
              <a:rPr lang="fr-FR" dirty="0">
                <a:effectLst/>
              </a:rPr>
              <a:t>.</a:t>
            </a:r>
            <a:endParaRPr lang="fr-FR" dirty="0"/>
          </a:p>
        </p:txBody>
      </p:sp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AB7B7D9F-8587-6C5E-6FFB-11893EE77356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1322771" y="252219"/>
            <a:ext cx="9942992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Titre de la diapositive</a:t>
            </a:r>
          </a:p>
        </p:txBody>
      </p:sp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E16A155C-A3BD-38B7-E808-234FA32CC5EF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527944" y="252219"/>
            <a:ext cx="794828" cy="432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800" b="0" i="0">
                <a:solidFill>
                  <a:schemeClr val="accent5"/>
                </a:solidFill>
                <a:latin typeface="Degular Medium" pitchFamily="82" charset="7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245909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3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697A489-D18B-11CF-0DCE-57578B77C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97CBBE-A8A1-EA21-7505-847B71A3C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C8197-072E-55A5-33BE-8D1CB53C4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BF298-FF1A-C840-94D0-5A26CD98F89E}" type="datetimeFigureOut">
              <a:rPr lang="fr-FR" smtClean="0"/>
              <a:t>24/10/2025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368E0C-2ECF-2EB6-A84D-B60299815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15ABD32-75FD-EAD6-A09B-9E3E78B09D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D2E8E-1D52-D045-81E2-AE706B1710B7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7C90F5-4067-D0EA-1F55-EC8591574262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899" y="318293"/>
            <a:ext cx="340140" cy="34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293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  <p:sldLayoutId id="2147483769" r:id="rId28"/>
    <p:sldLayoutId id="2147483770" r:id="rId29"/>
    <p:sldLayoutId id="2147483771" r:id="rId30"/>
    <p:sldLayoutId id="2147483772" r:id="rId31"/>
    <p:sldLayoutId id="2147483773" r:id="rId32"/>
    <p:sldLayoutId id="2147483774" r:id="rId33"/>
    <p:sldLayoutId id="2147483775" r:id="rId34"/>
    <p:sldLayoutId id="2147483776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i="0" kern="1200">
          <a:solidFill>
            <a:schemeClr val="tx1"/>
          </a:solidFill>
          <a:latin typeface="Degular Medium" pitchFamily="82" charset="77"/>
          <a:ea typeface="+mj-ea"/>
          <a:cs typeface="+mj-cs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38"/>
        </a:buBlip>
        <a:defRPr sz="2400" b="0" i="0" kern="1200">
          <a:solidFill>
            <a:schemeClr val="tx1"/>
          </a:solidFill>
          <a:latin typeface="Degular Medium" pitchFamily="82" charset="77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2000" b="0" i="0" kern="1200">
          <a:solidFill>
            <a:schemeClr val="tx1"/>
          </a:solidFill>
          <a:latin typeface="PolySans Slim" pitchFamily="2" charset="77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600" b="0" i="0" kern="1200">
          <a:solidFill>
            <a:schemeClr val="tx1"/>
          </a:solidFill>
          <a:latin typeface="PolySans Slim Italic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9"/>
        </a:buBlip>
        <a:defRPr sz="1400" b="0" i="0" kern="1200">
          <a:solidFill>
            <a:schemeClr val="tx1"/>
          </a:solidFill>
          <a:latin typeface="Degular Medium Italic" pitchFamily="8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8"/>
        </a:buBlip>
        <a:defRPr sz="1400" b="0" i="0" kern="1200">
          <a:solidFill>
            <a:schemeClr val="tx1"/>
          </a:solidFill>
          <a:latin typeface="Degular Medium Italic" pitchFamily="82" charset="77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38"/>
        </a:buBlip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kta.com/fr/identity-101/whats-the-difference-between-oauth-openid-connect-and-saml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86AD764-D553-0F1D-1C74-E354738B7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SSO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884919-D585-E883-AF13-A4F8C14BC6D1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fr-FR" sz="3600" dirty="0"/>
              <a:t> X - Equadis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CBAE3A-795D-DAA5-FD57-D85D79F33BD3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r>
              <a:rPr lang="fr-FR"/>
              <a:t>12.09.2022</a:t>
            </a:r>
          </a:p>
        </p:txBody>
      </p:sp>
    </p:spTree>
    <p:extLst>
      <p:ext uri="{BB962C8B-B14F-4D97-AF65-F5344CB8AC3E}">
        <p14:creationId xmlns:p14="http://schemas.microsoft.com/office/powerpoint/2010/main" val="109746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EBA6-AAB1-B4B3-8C0E-37794C402F43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5641378" y="3127996"/>
            <a:ext cx="763331" cy="270089"/>
          </a:xfrm>
        </p:spPr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2FFF4-B473-DF15-16EB-750A9CD89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Les technologies SSO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59F489-063B-C1B5-35E5-198A97537382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69086" y="3058201"/>
            <a:ext cx="4591359" cy="370799"/>
          </a:xfrm>
        </p:spPr>
        <p:txBody>
          <a:bodyPr/>
          <a:lstStyle/>
          <a:p>
            <a:pPr lvl="0">
              <a:spcAft>
                <a:spcPct val="35000"/>
              </a:spcAft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Mise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en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place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67A6438-46D6-0B42-0E65-AC184E49677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5641378" y="3889996"/>
            <a:ext cx="763331" cy="270089"/>
          </a:xfrm>
        </p:spPr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136A61-A798-1579-6DA2-1766C55D0E0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369086" y="3820201"/>
            <a:ext cx="4591359" cy="370799"/>
          </a:xfrm>
        </p:spPr>
        <p:txBody>
          <a:bodyPr/>
          <a:lstStyle/>
          <a:p>
            <a:pPr lvl="0">
              <a:spcAft>
                <a:spcPct val="35000"/>
              </a:spcAft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Questions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fréquentes</a:t>
            </a:r>
            <a:endParaRPr lang="fr-FR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F4AC34-3F5A-52FC-3981-317CD493A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3" y="1486260"/>
            <a:ext cx="3917785" cy="4293734"/>
          </a:xfrm>
          <a:prstGeom prst="rect">
            <a:avLst/>
          </a:prstGeom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59C3B1C-E13C-C86B-E65D-BE0D62F1A3B2}"/>
              </a:ext>
            </a:extLst>
          </p:cNvPr>
          <p:cNvSpPr txBox="1">
            <a:spLocks/>
          </p:cNvSpPr>
          <p:nvPr/>
        </p:nvSpPr>
        <p:spPr>
          <a:xfrm>
            <a:off x="5649965" y="2384825"/>
            <a:ext cx="763331" cy="2700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b="0" i="0" kern="1200">
                <a:solidFill>
                  <a:schemeClr val="accent5"/>
                </a:solidFill>
                <a:latin typeface="Degular Medium" pitchFamily="8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b="0" i="0" kern="1200">
                <a:solidFill>
                  <a:schemeClr val="tx1"/>
                </a:solidFill>
                <a:latin typeface="PolySans Slim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PolySans Slim Italic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Degular Medium Italic" pitchFamily="82" charset="77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b="0" i="0" kern="1200">
                <a:solidFill>
                  <a:schemeClr val="tx1"/>
                </a:solidFill>
                <a:latin typeface="Degular Medium Italic" pitchFamily="82" charset="77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99623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Les technologies 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342900" indent="-342900" defTabSz="914400"/>
            <a:r>
              <a:rPr lang="fr-FR" altLang="fr-FR" dirty="0" err="1">
                <a:latin typeface="+mn-lt"/>
              </a:rPr>
              <a:t>Oauth</a:t>
            </a:r>
            <a:r>
              <a:rPr lang="fr-FR" altLang="fr-FR" dirty="0">
                <a:latin typeface="+mn-lt"/>
              </a:rPr>
              <a:t> 2.0 : La technologie choisie par EQUADIS </a:t>
            </a:r>
          </a:p>
          <a:p>
            <a:pPr marL="742950" lvl="1" indent="-285750" defTabSz="914400"/>
            <a:r>
              <a:rPr lang="fr-FR" dirty="0">
                <a:latin typeface="+mn-lt"/>
              </a:rPr>
              <a:t> La plus simple à mettre en place, car c’est au fournisseur d’identité (donc notre client) </a:t>
            </a:r>
          </a:p>
          <a:p>
            <a:pPr marL="457200" lvl="1" indent="0" defTabSz="914400">
              <a:buNone/>
            </a:pPr>
            <a:r>
              <a:rPr lang="fr-FR" dirty="0">
                <a:latin typeface="+mn-lt"/>
              </a:rPr>
              <a:t>        de fournir un jeton d’identification qu’utilisera Spring </a:t>
            </a:r>
            <a:r>
              <a:rPr lang="fr-FR" dirty="0" err="1">
                <a:latin typeface="+mn-lt"/>
              </a:rPr>
              <a:t>security</a:t>
            </a:r>
            <a:r>
              <a:rPr lang="fr-FR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fr-FR" dirty="0">
                <a:latin typeface="+mn-lt"/>
              </a:rPr>
              <a:t> Technologie d’avenir développée et poussée par les GAFAM 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marL="342900" indent="-342900" defTabSz="914400"/>
            <a:r>
              <a:rPr lang="fr-FR" altLang="fr-FR" dirty="0">
                <a:latin typeface="+mn-lt"/>
              </a:rPr>
              <a:t>Les technologies à l’ancienne </a:t>
            </a:r>
          </a:p>
          <a:p>
            <a:pPr marL="742950" lvl="1" indent="-285750" defTabSz="914400"/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OpenID</a:t>
            </a:r>
            <a:r>
              <a:rPr lang="fr-FR" dirty="0">
                <a:latin typeface="+mn-lt"/>
              </a:rPr>
              <a:t> </a:t>
            </a:r>
            <a:r>
              <a:rPr lang="fr-FR" dirty="0" err="1">
                <a:latin typeface="+mn-lt"/>
              </a:rPr>
              <a:t>Connect</a:t>
            </a:r>
            <a:r>
              <a:rPr lang="fr-FR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fr-FR" dirty="0">
                <a:latin typeface="+mn-lt"/>
              </a:rPr>
              <a:t> SAML 2.0 </a:t>
            </a:r>
          </a:p>
          <a:p>
            <a:pPr marL="457200" lvl="1" indent="0" defTabSz="91440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sz="1600" kern="1200" dirty="0">
                <a:latin typeface="+mn-lt"/>
                <a:ea typeface="+mn-ea"/>
              </a:rPr>
              <a:t>Dans ces deux cas c’est à l’application (Equadis) de se connecter à l’active directory du client. </a:t>
            </a:r>
          </a:p>
          <a:p>
            <a:pPr marL="0" indent="0">
              <a:buNone/>
            </a:pPr>
            <a:r>
              <a:rPr lang="fr-FR" sz="1600" kern="1200" dirty="0">
                <a:latin typeface="+mn-lt"/>
                <a:ea typeface="+mn-ea"/>
              </a:rPr>
              <a:t>Ces technologies sont pénibles à déployer pour nous et ne sont pas des technologies d’avenir, nous ne les utilisons pas. </a:t>
            </a: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445B6-D727-3259-C61E-CD3A913A2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9030" y="2823682"/>
            <a:ext cx="1740178" cy="207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6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Les technologies 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sz="1600" dirty="0"/>
          </a:p>
          <a:p>
            <a:pPr marL="342900" indent="-342900" defTabSz="914400"/>
            <a:r>
              <a:rPr lang="fr-FR" altLang="fr-FR" dirty="0">
                <a:latin typeface="+mn-lt"/>
              </a:rPr>
              <a:t>Sources </a:t>
            </a:r>
          </a:p>
          <a:p>
            <a:pPr marL="742950" lvl="1" indent="-285750" defTabSz="914400"/>
            <a:r>
              <a:rPr lang="fr-FR" dirty="0">
                <a:latin typeface="+mn-lt"/>
                <a:hlinkClick r:id="rId2"/>
              </a:rPr>
              <a:t> https://www.okta.com/fr/identity-101/whats-the-difference-between-oauth-openid-connect-and-saml/</a:t>
            </a:r>
            <a:endParaRPr lang="fr-FR" dirty="0">
              <a:latin typeface="+mn-lt"/>
            </a:endParaRPr>
          </a:p>
          <a:p>
            <a:pPr marL="742950" lvl="1" indent="-285750" defTabSz="914400"/>
            <a:r>
              <a:rPr lang="fr-FR">
                <a:latin typeface="+mn-lt"/>
              </a:rPr>
              <a:t> https</a:t>
            </a:r>
            <a:r>
              <a:rPr lang="fr-FR" dirty="0">
                <a:latin typeface="+mn-lt"/>
              </a:rPr>
              <a:t>://zestedesavoir.com/articles/1616/comprendre-oauth-2-0-par-lexemple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5976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Mise </a:t>
            </a:r>
            <a:r>
              <a:rPr lang="en-US" dirty="0" err="1"/>
              <a:t>en</a:t>
            </a:r>
            <a:r>
              <a:rPr lang="en-US" dirty="0"/>
              <a:t>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342900" indent="-342900" defTabSz="914400"/>
            <a:r>
              <a:rPr lang="en-US" altLang="fr-FR" dirty="0">
                <a:latin typeface="+mn-lt"/>
              </a:rPr>
              <a:t>EQUADIS : Dans spring security, </a:t>
            </a:r>
            <a:r>
              <a:rPr lang="en-US" altLang="fr-FR" dirty="0" err="1">
                <a:latin typeface="+mn-lt"/>
              </a:rPr>
              <a:t>une</a:t>
            </a:r>
            <a:r>
              <a:rPr lang="en-US" altLang="fr-FR" dirty="0">
                <a:latin typeface="+mn-lt"/>
              </a:rPr>
              <a:t> variable client doit </a:t>
            </a:r>
            <a:r>
              <a:rPr lang="en-US" altLang="fr-FR" dirty="0" err="1">
                <a:latin typeface="+mn-lt"/>
              </a:rPr>
              <a:t>être</a:t>
            </a:r>
            <a:r>
              <a:rPr lang="en-US" altLang="fr-FR" dirty="0">
                <a:latin typeface="+mn-lt"/>
              </a:rPr>
              <a:t> </a:t>
            </a:r>
            <a:r>
              <a:rPr lang="en-US" altLang="fr-FR" dirty="0" err="1">
                <a:latin typeface="+mn-lt"/>
              </a:rPr>
              <a:t>crée</a:t>
            </a:r>
            <a:r>
              <a:rPr lang="en-US" altLang="fr-FR" dirty="0">
                <a:latin typeface="+mn-lt"/>
              </a:rPr>
              <a:t> sur la Production et la </a:t>
            </a:r>
            <a:r>
              <a:rPr lang="en-US" altLang="fr-FR" dirty="0" err="1">
                <a:latin typeface="+mn-lt"/>
              </a:rPr>
              <a:t>Préproduction</a:t>
            </a:r>
            <a:r>
              <a:rPr lang="en-US" altLang="fr-FR" dirty="0">
                <a:latin typeface="+mn-lt"/>
              </a:rPr>
              <a:t> pour les URL </a:t>
            </a:r>
            <a:r>
              <a:rPr lang="en-US" altLang="fr-FR" dirty="0" err="1">
                <a:latin typeface="+mn-lt"/>
              </a:rPr>
              <a:t>d’authentication</a:t>
            </a:r>
            <a:endParaRPr lang="en-US" altLang="fr-FR" dirty="0">
              <a:latin typeface="+mn-lt"/>
            </a:endParaRPr>
          </a:p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742950" lvl="1" indent="-285750" defTabSz="914400"/>
            <a:r>
              <a:rPr lang="en-US" dirty="0">
                <a:latin typeface="+mn-lt"/>
              </a:rPr>
              <a:t> https://customer.equadis.com/#login-sso/NOM_Client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https://gaia.equadis.com/#login-sso/NOM_Client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Optionnel</a:t>
            </a:r>
            <a:r>
              <a:rPr lang="en-US" dirty="0">
                <a:latin typeface="+mn-lt"/>
              </a:rPr>
              <a:t> et </a:t>
            </a:r>
            <a:r>
              <a:rPr lang="en-US" dirty="0" err="1">
                <a:latin typeface="+mn-lt"/>
              </a:rPr>
              <a:t>recommandé</a:t>
            </a:r>
            <a:r>
              <a:rPr lang="en-US" dirty="0">
                <a:latin typeface="+mn-lt"/>
              </a:rPr>
              <a:t> : le client </a:t>
            </a:r>
            <a:r>
              <a:rPr lang="en-US" dirty="0" err="1">
                <a:latin typeface="+mn-lt"/>
              </a:rPr>
              <a:t>peut</a:t>
            </a:r>
            <a:r>
              <a:rPr lang="en-US" dirty="0">
                <a:latin typeface="+mn-lt"/>
              </a:rPr>
              <a:t> demander la </a:t>
            </a:r>
            <a:r>
              <a:rPr lang="en-US" dirty="0" err="1">
                <a:latin typeface="+mn-lt"/>
              </a:rPr>
              <a:t>liste</a:t>
            </a:r>
            <a:r>
              <a:rPr lang="en-US" dirty="0">
                <a:latin typeface="+mn-lt"/>
              </a:rPr>
              <a:t> des </a:t>
            </a:r>
            <a:r>
              <a:rPr lang="en-US" dirty="0" err="1">
                <a:latin typeface="+mn-lt"/>
              </a:rPr>
              <a:t>utilisateurs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actuels</a:t>
            </a:r>
            <a:r>
              <a:rPr lang="en-US" dirty="0">
                <a:latin typeface="+mn-lt"/>
              </a:rPr>
              <a:t> pour </a:t>
            </a:r>
            <a:r>
              <a:rPr lang="en-US" dirty="0" err="1">
                <a:latin typeface="+mn-lt"/>
              </a:rPr>
              <a:t>configurer</a:t>
            </a:r>
            <a:r>
              <a:rPr lang="en-US" dirty="0">
                <a:latin typeface="+mn-lt"/>
              </a:rPr>
              <a:t> son </a:t>
            </a:r>
            <a:r>
              <a:rPr lang="en-US" dirty="0" err="1">
                <a:latin typeface="+mn-lt"/>
              </a:rPr>
              <a:t>outil</a:t>
            </a:r>
            <a:r>
              <a:rPr lang="en-US" dirty="0">
                <a:latin typeface="+mn-lt"/>
              </a:rPr>
              <a:t> SSO. 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20317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Mise </a:t>
            </a:r>
            <a:r>
              <a:rPr lang="en-US" dirty="0" err="1"/>
              <a:t>en</a:t>
            </a:r>
            <a:r>
              <a:rPr lang="en-US" dirty="0"/>
              <a:t> 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/>
          </a:bodyPr>
          <a:lstStyle/>
          <a:p>
            <a:pPr marL="0" indent="0" defTabSz="914400">
              <a:buNone/>
            </a:pPr>
            <a:endParaRPr lang="en-US" altLang="fr-FR" dirty="0">
              <a:latin typeface="+mn-lt"/>
            </a:endParaRPr>
          </a:p>
          <a:p>
            <a:pPr marL="342900" indent="-342900" defTabSz="914400"/>
            <a:r>
              <a:rPr lang="en-US" altLang="fr-FR" dirty="0">
                <a:latin typeface="+mn-lt"/>
              </a:rPr>
              <a:t>CLIENT : À </a:t>
            </a:r>
            <a:r>
              <a:rPr lang="en-US" altLang="fr-FR" dirty="0" err="1">
                <a:latin typeface="+mn-lt"/>
              </a:rPr>
              <a:t>partir</a:t>
            </a:r>
            <a:r>
              <a:rPr lang="en-US" altLang="fr-FR" dirty="0">
                <a:latin typeface="+mn-lt"/>
              </a:rPr>
              <a:t> de </a:t>
            </a:r>
            <a:r>
              <a:rPr lang="en-US" altLang="fr-FR" dirty="0" err="1">
                <a:latin typeface="+mn-lt"/>
              </a:rPr>
              <a:t>ces</a:t>
            </a:r>
            <a:r>
              <a:rPr lang="en-US" altLang="fr-FR" dirty="0">
                <a:latin typeface="+mn-lt"/>
              </a:rPr>
              <a:t> URL, le client </a:t>
            </a:r>
            <a:r>
              <a:rPr lang="en-US" altLang="fr-FR" dirty="0" err="1">
                <a:latin typeface="+mn-lt"/>
              </a:rPr>
              <a:t>va</a:t>
            </a:r>
            <a:r>
              <a:rPr lang="en-US" altLang="fr-FR" dirty="0">
                <a:latin typeface="+mn-lt"/>
              </a:rPr>
              <a:t> </a:t>
            </a:r>
            <a:r>
              <a:rPr lang="en-US" altLang="fr-FR" dirty="0" err="1">
                <a:latin typeface="+mn-lt"/>
              </a:rPr>
              <a:t>générer</a:t>
            </a:r>
            <a:r>
              <a:rPr lang="en-US" altLang="fr-FR" dirty="0">
                <a:latin typeface="+mn-lt"/>
              </a:rPr>
              <a:t> des variables dans son </a:t>
            </a:r>
            <a:r>
              <a:rPr lang="en-US" altLang="fr-FR" dirty="0" err="1">
                <a:latin typeface="+mn-lt"/>
              </a:rPr>
              <a:t>système</a:t>
            </a:r>
            <a:r>
              <a:rPr lang="en-US" altLang="fr-FR" dirty="0">
                <a:latin typeface="+mn-lt"/>
              </a:rPr>
              <a:t> </a:t>
            </a:r>
            <a:r>
              <a:rPr lang="en-US" altLang="fr-FR" dirty="0" err="1">
                <a:latin typeface="+mn-lt"/>
              </a:rPr>
              <a:t>d’identité</a:t>
            </a:r>
            <a:r>
              <a:rPr lang="en-US" altLang="fr-FR" dirty="0">
                <a:latin typeface="+mn-lt"/>
              </a:rPr>
              <a:t> SSO.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Application ID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Secret Key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Discovery URL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issuer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</a:t>
            </a:r>
            <a:r>
              <a:rPr lang="en-US" dirty="0" err="1">
                <a:latin typeface="+mn-lt"/>
              </a:rPr>
              <a:t>token_url</a:t>
            </a:r>
            <a:r>
              <a:rPr lang="en-US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scope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(If not discovery URL) </a:t>
            </a:r>
            <a:r>
              <a:rPr lang="en-US" dirty="0" err="1">
                <a:latin typeface="+mn-lt"/>
              </a:rPr>
              <a:t>userinfo_url</a:t>
            </a:r>
            <a:r>
              <a:rPr lang="en-US" dirty="0">
                <a:latin typeface="+mn-lt"/>
              </a:rPr>
              <a:t> </a:t>
            </a:r>
          </a:p>
          <a:p>
            <a:pPr marL="742950" lvl="1" indent="-285750" defTabSz="914400"/>
            <a:r>
              <a:rPr lang="en-US" dirty="0">
                <a:latin typeface="+mn-lt"/>
              </a:rPr>
              <a:t> (optional) Redirect URL </a:t>
            </a:r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18935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A875EB-ADFA-4145-6334-8D40A5279FEE}"/>
              </a:ext>
            </a:extLst>
          </p:cNvPr>
          <p:cNvSpPr>
            <a:spLocks noGrp="1"/>
          </p:cNvSpPr>
          <p:nvPr>
            <p:ph type="body" sz="half" idx="10"/>
          </p:nvPr>
        </p:nvSpPr>
        <p:spPr>
          <a:xfrm>
            <a:off x="1322770" y="252219"/>
            <a:ext cx="10180381" cy="432000"/>
          </a:xfrm>
        </p:spPr>
        <p:txBody>
          <a:bodyPr/>
          <a:lstStyle/>
          <a:p>
            <a:r>
              <a:rPr lang="en-US" dirty="0"/>
              <a:t>Questions </a:t>
            </a:r>
            <a:r>
              <a:rPr lang="en-US" dirty="0" err="1"/>
              <a:t>fréquentes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DAF79-F762-DCC1-B6F4-B401D2B6FC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Deux </a:t>
            </a:r>
            <a:r>
              <a:rPr lang="fr-FR" altLang="fr-FR" dirty="0" err="1">
                <a:latin typeface="+mn-lt"/>
              </a:rPr>
              <a:t>SSOs</a:t>
            </a:r>
            <a:r>
              <a:rPr lang="fr-FR" altLang="fr-FR" dirty="0">
                <a:latin typeface="+mn-lt"/>
              </a:rPr>
              <a:t> (Production et Préproduction) par catalogue.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Ne pas confondre l’authentification HTACCES de Customer et le SSO.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Quand le SSO est activé, l’authentification se fait côté client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Quand le SSO est activé les utilisateurs du client devront utiliser un lien fourni par leur entreprise pour accéder à Gaia ils ne pourront plus utiliser les URL standards https://gaia.equadis.com &amp; https://customer.equadis.com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Quand le SSO est activé, la gestion des login/mot de passe ne se fait plus dans Gaia.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Quand le SSO est activé, la désactivation après un certain nombre de jours des utilisateurs ne se fait plus dans Gaia. </a:t>
            </a:r>
          </a:p>
          <a:p>
            <a:pPr marL="342900" indent="-342900" defTabSz="914400">
              <a:lnSpc>
                <a:spcPct val="150000"/>
              </a:lnSpc>
            </a:pPr>
            <a:r>
              <a:rPr lang="fr-FR" altLang="fr-FR" dirty="0">
                <a:latin typeface="+mn-lt"/>
              </a:rPr>
              <a:t>Attention le domaine equadis.com doit être whitelister sur les firewalls du client pour éviter les problèmes de fonctionnement du SSO à cause des « CORS </a:t>
            </a:r>
            <a:r>
              <a:rPr lang="fr-FR" altLang="fr-FR" dirty="0" err="1">
                <a:latin typeface="+mn-lt"/>
              </a:rPr>
              <a:t>polities</a:t>
            </a:r>
            <a:r>
              <a:rPr lang="fr-FR" altLang="fr-FR" dirty="0">
                <a:latin typeface="+mn-lt"/>
              </a:rPr>
              <a:t> »</a:t>
            </a: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lvl="1"/>
            <a:endParaRPr lang="fr-FR" dirty="0">
              <a:latin typeface="+mn-lt"/>
            </a:endParaRPr>
          </a:p>
          <a:p>
            <a:pPr marL="457200" lvl="1" indent="0">
              <a:buNone/>
            </a:pPr>
            <a:endParaRPr lang="fr-FR" dirty="0">
              <a:latin typeface="+mn-lt"/>
            </a:endParaRP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3A5BB-76A9-6A9A-EDD8-CE4E6881E54B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EDD79-99D0-3E7A-EE0A-D1C5615AC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9" y="5557885"/>
            <a:ext cx="8430802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6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4D827-3540-4436-689F-EB0E92B7B422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en-US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547117281"/>
      </p:ext>
    </p:extLst>
  </p:cSld>
  <p:clrMapOvr>
    <a:masterClrMapping/>
  </p:clrMapOvr>
</p:sld>
</file>

<file path=ppt/theme/theme1.xml><?xml version="1.0" encoding="utf-8"?>
<a:theme xmlns:a="http://schemas.openxmlformats.org/drawingml/2006/main" name="Equadis 2023">
  <a:themeElements>
    <a:clrScheme name="Personnalisé 1">
      <a:dk1>
        <a:srgbClr val="081E32"/>
      </a:dk1>
      <a:lt1>
        <a:srgbClr val="FFFFFF"/>
      </a:lt1>
      <a:dk2>
        <a:srgbClr val="081E32"/>
      </a:dk2>
      <a:lt2>
        <a:srgbClr val="FFFFFF"/>
      </a:lt2>
      <a:accent1>
        <a:srgbClr val="2C4051"/>
      </a:accent1>
      <a:accent2>
        <a:srgbClr val="F3F3F3"/>
      </a:accent2>
      <a:accent3>
        <a:srgbClr val="F3F3F3"/>
      </a:accent3>
      <a:accent4>
        <a:srgbClr val="58EA9D"/>
      </a:accent4>
      <a:accent5>
        <a:srgbClr val="2C4051"/>
      </a:accent5>
      <a:accent6>
        <a:srgbClr val="081E32"/>
      </a:accent6>
      <a:hlink>
        <a:srgbClr val="58EA9D"/>
      </a:hlink>
      <a:folHlink>
        <a:srgbClr val="7F7F7F"/>
      </a:folHlink>
    </a:clrScheme>
    <a:fontScheme name="Test">
      <a:majorFont>
        <a:latin typeface="Degular Medium Italic"/>
        <a:ea typeface=""/>
        <a:cs typeface=""/>
      </a:majorFont>
      <a:minorFont>
        <a:latin typeface="D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quadis 2023" id="{D648C0B0-7D82-4114-8719-39AB2FEDB876}" vid="{3CDC924B-AF6B-4FF8-83D4-D3932F01F8F3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4D9D1306C484387BF9D59F8242BD3" ma:contentTypeVersion="10" ma:contentTypeDescription="Create a new document." ma:contentTypeScope="" ma:versionID="93ce47bb8d7935dc6c970ad5d3844376">
  <xsd:schema xmlns:xsd="http://www.w3.org/2001/XMLSchema" xmlns:xs="http://www.w3.org/2001/XMLSchema" xmlns:p="http://schemas.microsoft.com/office/2006/metadata/properties" xmlns:ns2="6955cd7e-4a79-4a45-a772-4aa95f1986c6" xmlns:ns3="83fac9de-5641-4407-b6a5-4e7ba863ffb1" targetNamespace="http://schemas.microsoft.com/office/2006/metadata/properties" ma:root="true" ma:fieldsID="cdada6f059ef7c8700c55e840888b679" ns2:_="" ns3:_="">
    <xsd:import namespace="6955cd7e-4a79-4a45-a772-4aa95f1986c6"/>
    <xsd:import namespace="83fac9de-5641-4407-b6a5-4e7ba863ff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5cd7e-4a79-4a45-a772-4aa95f1986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bad9a01-d6cd-4f53-9914-ab136a3481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ac9de-5641-4407-b6a5-4e7ba863ffb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3419a9f-9d1a-490a-bee5-e57af5746cfc}" ma:internalName="TaxCatchAll" ma:showField="CatchAllData" ma:web="83fac9de-5641-4407-b6a5-4e7ba863ffb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5cd7e-4a79-4a45-a772-4aa95f1986c6">
      <Terms xmlns="http://schemas.microsoft.com/office/infopath/2007/PartnerControls"/>
    </lcf76f155ced4ddcb4097134ff3c332f>
    <TaxCatchAll xmlns="83fac9de-5641-4407-b6a5-4e7ba863ffb1" xsi:nil="true"/>
  </documentManagement>
</p:properties>
</file>

<file path=customXml/itemProps1.xml><?xml version="1.0" encoding="utf-8"?>
<ds:datastoreItem xmlns:ds="http://schemas.openxmlformats.org/officeDocument/2006/customXml" ds:itemID="{4E7FE780-DCED-4DFB-B4DC-2437A3726D87}"/>
</file>

<file path=customXml/itemProps2.xml><?xml version="1.0" encoding="utf-8"?>
<ds:datastoreItem xmlns:ds="http://schemas.openxmlformats.org/officeDocument/2006/customXml" ds:itemID="{0F2D3CF3-9E7A-42C9-ABFF-1812A08AC65A}"/>
</file>

<file path=customXml/itemProps3.xml><?xml version="1.0" encoding="utf-8"?>
<ds:datastoreItem xmlns:ds="http://schemas.openxmlformats.org/officeDocument/2006/customXml" ds:itemID="{CA02ECFD-3935-43C6-BA0A-971DEBD4FF0A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1693</TotalTime>
  <Words>451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Degular</vt:lpstr>
      <vt:lpstr>Degular Medium</vt:lpstr>
      <vt:lpstr>Degular Medium Italic</vt:lpstr>
      <vt:lpstr>PolySans Slim</vt:lpstr>
      <vt:lpstr>PolySans Slim Italic</vt:lpstr>
      <vt:lpstr>Equadis 2023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GARNIER Albane</dc:creator>
  <cp:lastModifiedBy>SAAD Romeo</cp:lastModifiedBy>
  <cp:revision>2</cp:revision>
  <dcterms:created xsi:type="dcterms:W3CDTF">2022-09-12T13:31:15Z</dcterms:created>
  <dcterms:modified xsi:type="dcterms:W3CDTF">2025-10-24T07:18:28Z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0x0101008DC4D9D1306C484387BF9D59F8242BD3</vt:lpwstr>
  </property>
  <property fmtid="{D5CDD505-2E9C-101B-9397-08002B2CF9AE}" pid="3" name="Order">
    <vt:r8>29973400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